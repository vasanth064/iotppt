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Tenor Sans"/>
      <p:regular r:id="rId26"/>
    </p:embeddedFont>
    <p:embeddedFont>
      <p:font typeface="Lato"/>
      <p:regular r:id="rId27"/>
      <p:bold r:id="rId28"/>
      <p:italic r:id="rId29"/>
      <p:boldItalic r:id="rId30"/>
    </p:embeddedFont>
    <p:embeddedFont>
      <p:font typeface="Bebas Neue"/>
      <p:regular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98960E-85BC-4A2D-8891-5391D4B54BD6}">
  <a:tblStyle styleId="{8F98960E-85BC-4A2D-8891-5391D4B54B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TenorSans-regular.fntdata"/><Relationship Id="rId25" Type="http://schemas.openxmlformats.org/officeDocument/2006/relationships/slide" Target="slides/slide19.xml"/><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ebasNeue-regular.fntdata"/><Relationship Id="rId30" Type="http://schemas.openxmlformats.org/officeDocument/2006/relationships/font" Target="fonts/Lato-boldItalic.fntdata"/><Relationship Id="rId11" Type="http://schemas.openxmlformats.org/officeDocument/2006/relationships/slide" Target="slides/slide5.xml"/><Relationship Id="rId33" Type="http://schemas.openxmlformats.org/officeDocument/2006/relationships/font" Target="fonts/OpenSans-bold.fntdata"/><Relationship Id="rId10" Type="http://schemas.openxmlformats.org/officeDocument/2006/relationships/slide" Target="slides/slide4.xml"/><Relationship Id="rId32" Type="http://schemas.openxmlformats.org/officeDocument/2006/relationships/font" Target="fonts/OpenSans-regular.fntdata"/><Relationship Id="rId13" Type="http://schemas.openxmlformats.org/officeDocument/2006/relationships/slide" Target="slides/slide7.xml"/><Relationship Id="rId35" Type="http://schemas.openxmlformats.org/officeDocument/2006/relationships/font" Target="fonts/OpenSans-boldItalic.fntdata"/><Relationship Id="rId12" Type="http://schemas.openxmlformats.org/officeDocument/2006/relationships/slide" Target="slides/slide6.xml"/><Relationship Id="rId34" Type="http://schemas.openxmlformats.org/officeDocument/2006/relationships/font" Target="fonts/OpenSans-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e58953aca8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e58953aca8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e58953aca8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e58953aca8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e57e0b155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e57e0b155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e57e0b155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e57e0b155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24ae98cdc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24ae98cd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24ae98cdc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24ae98cdc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24ae98cdc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24ae98cdc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94b61adb744823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94b61adb744823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762c4dda20080d9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762c4dda20080d9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2859eaa25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2859eaa25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2859eaa25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2859eaa25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1bf58b265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1bf58b265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1bf58b265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1bf58b265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1bf58b265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1bf58b265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1bf58b265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1bf58b265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bf58b265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bf58b265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2a127951a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2a127951a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2a127951a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2a127951a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2a127951a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2a127951a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39100" y="1170900"/>
            <a:ext cx="4289700" cy="2392200"/>
          </a:xfrm>
          <a:prstGeom prst="rect">
            <a:avLst/>
          </a:prstGeom>
        </p:spPr>
        <p:txBody>
          <a:bodyPr anchorCtr="0" anchor="ctr" bIns="91425" lIns="91425" spcFirstLastPara="1" rIns="91425" wrap="square" tIns="91425">
            <a:noAutofit/>
          </a:bodyPr>
          <a:lstStyle>
            <a:lvl1pPr lvl="0" algn="r">
              <a:spcBef>
                <a:spcPts val="0"/>
              </a:spcBef>
              <a:spcAft>
                <a:spcPts val="0"/>
              </a:spcAft>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flipH="1">
            <a:off x="4289775" y="3682375"/>
            <a:ext cx="4139100" cy="409500"/>
          </a:xfrm>
          <a:prstGeom prst="rect">
            <a:avLst/>
          </a:prstGeom>
          <a:solidFill>
            <a:schemeClr val="accent1"/>
          </a:solidFill>
        </p:spPr>
        <p:txBody>
          <a:bodyPr anchorCtr="0" anchor="ctr" bIns="91425" lIns="91425" spcFirstLastPara="1" rIns="91425" wrap="square" tIns="91425">
            <a:noAutofit/>
          </a:bodyPr>
          <a:lstStyle>
            <a:lvl1pPr lvl="0" algn="r">
              <a:spcBef>
                <a:spcPts val="0"/>
              </a:spcBef>
              <a:spcAft>
                <a:spcPts val="0"/>
              </a:spcAft>
              <a:buClr>
                <a:schemeClr val="accent3"/>
              </a:buClr>
              <a:buSzPts val="1500"/>
              <a:buNone/>
              <a:defRPr sz="1600">
                <a:solidFill>
                  <a:schemeClr val="l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txBox="1"/>
          <p:nvPr>
            <p:ph type="title"/>
          </p:nvPr>
        </p:nvSpPr>
        <p:spPr>
          <a:xfrm>
            <a:off x="715100" y="2240563"/>
            <a:ext cx="4614000" cy="12144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4" name="Google Shape;14;p3"/>
          <p:cNvSpPr txBox="1"/>
          <p:nvPr>
            <p:ph hasCustomPrompt="1" idx="2" type="title"/>
          </p:nvPr>
        </p:nvSpPr>
        <p:spPr>
          <a:xfrm>
            <a:off x="715100" y="1200150"/>
            <a:ext cx="3150900" cy="5670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5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5" name="Google Shape;15;p3"/>
          <p:cNvSpPr txBox="1"/>
          <p:nvPr>
            <p:ph idx="1" type="subTitle"/>
          </p:nvPr>
        </p:nvSpPr>
        <p:spPr>
          <a:xfrm>
            <a:off x="715100" y="3691650"/>
            <a:ext cx="4395900" cy="468300"/>
          </a:xfrm>
          <a:prstGeom prst="rect">
            <a:avLst/>
          </a:prstGeom>
          <a:solidFill>
            <a:schemeClr val="accent1"/>
          </a:solidFill>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6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6" name="Google Shape;16;p3"/>
          <p:cNvSpPr/>
          <p:nvPr/>
        </p:nvSpPr>
        <p:spPr>
          <a:xfrm rot="-5400000">
            <a:off x="4550956" y="1080153"/>
            <a:ext cx="5974500" cy="3745200"/>
          </a:xfrm>
          <a:prstGeom prst="triangle">
            <a:avLst>
              <a:gd fmla="val 52061"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 name="Google Shape;17;p3"/>
          <p:cNvGrpSpPr/>
          <p:nvPr/>
        </p:nvGrpSpPr>
        <p:grpSpPr>
          <a:xfrm rot="-7449216">
            <a:off x="4778648" y="-2031437"/>
            <a:ext cx="3448122" cy="2978950"/>
            <a:chOff x="1165875" y="238125"/>
            <a:chExt cx="4139025" cy="4139025"/>
          </a:xfrm>
        </p:grpSpPr>
        <p:sp>
          <p:nvSpPr>
            <p:cNvPr id="18" name="Google Shape;18;p3"/>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 name="Google Shape;22;p3"/>
          <p:cNvSpPr/>
          <p:nvPr/>
        </p:nvSpPr>
        <p:spPr>
          <a:xfrm>
            <a:off x="5942578" y="3729600"/>
            <a:ext cx="1824900" cy="1413900"/>
          </a:xfrm>
          <a:prstGeom prst="triangle">
            <a:avLst>
              <a:gd fmla="val 835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 name="Google Shape;25;p4"/>
          <p:cNvSpPr txBox="1"/>
          <p:nvPr>
            <p:ph idx="1" type="body"/>
          </p:nvPr>
        </p:nvSpPr>
        <p:spPr>
          <a:xfrm>
            <a:off x="720000" y="1152475"/>
            <a:ext cx="7704000" cy="3456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AutoNum type="arabicPeriod"/>
              <a:defRPr sz="1200"/>
            </a:lvl1pPr>
            <a:lvl2pPr indent="-317500" lvl="1" marL="914400" rtl="0">
              <a:lnSpc>
                <a:spcPct val="115000"/>
              </a:lnSpc>
              <a:spcBef>
                <a:spcPts val="0"/>
              </a:spcBef>
              <a:spcAft>
                <a:spcPts val="0"/>
              </a:spcAft>
              <a:buSzPts val="1400"/>
              <a:buAutoNum type="alphaLcPeriod"/>
              <a:defRPr/>
            </a:lvl2pPr>
            <a:lvl3pPr indent="-317500" lvl="2" marL="1371600" rtl="0">
              <a:lnSpc>
                <a:spcPct val="115000"/>
              </a:lnSpc>
              <a:spcBef>
                <a:spcPts val="0"/>
              </a:spcBef>
              <a:spcAft>
                <a:spcPts val="0"/>
              </a:spcAft>
              <a:buSzPts val="1400"/>
              <a:buAutoNum type="romanLcPeriod"/>
              <a:defRPr/>
            </a:lvl3pPr>
            <a:lvl4pPr indent="-317500" lvl="3" marL="1828800" rtl="0">
              <a:lnSpc>
                <a:spcPct val="115000"/>
              </a:lnSpc>
              <a:spcBef>
                <a:spcPts val="0"/>
              </a:spcBef>
              <a:spcAft>
                <a:spcPts val="0"/>
              </a:spcAft>
              <a:buSzPts val="1400"/>
              <a:buAutoNum type="arabicPeriod"/>
              <a:defRPr/>
            </a:lvl4pPr>
            <a:lvl5pPr indent="-317500" lvl="4" marL="2286000" rtl="0">
              <a:lnSpc>
                <a:spcPct val="115000"/>
              </a:lnSpc>
              <a:spcBef>
                <a:spcPts val="0"/>
              </a:spcBef>
              <a:spcAft>
                <a:spcPts val="0"/>
              </a:spcAft>
              <a:buSzPts val="1400"/>
              <a:buAutoNum type="alphaLcPeriod"/>
              <a:defRPr/>
            </a:lvl5pPr>
            <a:lvl6pPr indent="-317500" lvl="5" marL="2743200" rtl="0">
              <a:lnSpc>
                <a:spcPct val="115000"/>
              </a:lnSpc>
              <a:spcBef>
                <a:spcPts val="0"/>
              </a:spcBef>
              <a:spcAft>
                <a:spcPts val="0"/>
              </a:spcAft>
              <a:buSzPts val="1400"/>
              <a:buAutoNum type="romanLcPeriod"/>
              <a:defRPr/>
            </a:lvl6pPr>
            <a:lvl7pPr indent="-317500" lvl="6" marL="3200400" rtl="0">
              <a:lnSpc>
                <a:spcPct val="115000"/>
              </a:lnSpc>
              <a:spcBef>
                <a:spcPts val="0"/>
              </a:spcBef>
              <a:spcAft>
                <a:spcPts val="0"/>
              </a:spcAft>
              <a:buSzPts val="1400"/>
              <a:buAutoNum type="arabicPeriod"/>
              <a:defRPr/>
            </a:lvl7pPr>
            <a:lvl8pPr indent="-317500" lvl="7" marL="3657600" rtl="0">
              <a:lnSpc>
                <a:spcPct val="115000"/>
              </a:lnSpc>
              <a:spcBef>
                <a:spcPts val="0"/>
              </a:spcBef>
              <a:spcAft>
                <a:spcPts val="0"/>
              </a:spcAft>
              <a:buSzPts val="1400"/>
              <a:buAutoNum type="alphaLcPeriod"/>
              <a:defRPr/>
            </a:lvl8pPr>
            <a:lvl9pPr indent="-317500" lvl="8" marL="4114800" rtl="0">
              <a:lnSpc>
                <a:spcPct val="115000"/>
              </a:lnSpc>
              <a:spcBef>
                <a:spcPts val="0"/>
              </a:spcBef>
              <a:spcAft>
                <a:spcPts val="0"/>
              </a:spcAft>
              <a:buSzPts val="1400"/>
              <a:buAutoNum type="romanLcPeriod"/>
              <a:defRPr/>
            </a:lvl9pPr>
          </a:lstStyle>
          <a:p/>
        </p:txBody>
      </p:sp>
      <p:sp>
        <p:nvSpPr>
          <p:cNvPr id="26" name="Google Shape;26;p4"/>
          <p:cNvSpPr/>
          <p:nvPr/>
        </p:nvSpPr>
        <p:spPr>
          <a:xfrm>
            <a:off x="0" y="3695700"/>
            <a:ext cx="1390800" cy="1447800"/>
          </a:xfrm>
          <a:prstGeom prst="rtTriangle">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 name="Google Shape;27;p4"/>
          <p:cNvGrpSpPr/>
          <p:nvPr/>
        </p:nvGrpSpPr>
        <p:grpSpPr>
          <a:xfrm>
            <a:off x="7583622" y="-3838"/>
            <a:ext cx="1560388" cy="1560386"/>
            <a:chOff x="7157475" y="14"/>
            <a:chExt cx="1986490" cy="1986488"/>
          </a:xfrm>
        </p:grpSpPr>
        <p:sp>
          <p:nvSpPr>
            <p:cNvPr id="28" name="Google Shape;28;p4"/>
            <p:cNvSpPr/>
            <p:nvPr/>
          </p:nvSpPr>
          <p:spPr>
            <a:xfrm rot="-5400000">
              <a:off x="7157482" y="51"/>
              <a:ext cx="1986444" cy="1986458"/>
            </a:xfrm>
            <a:custGeom>
              <a:rect b="b" l="l" r="r" t="t"/>
              <a:pathLst>
                <a:path extrusionOk="0" h="138574" w="138573">
                  <a:moveTo>
                    <a:pt x="138572" y="1"/>
                  </a:moveTo>
                  <a:lnTo>
                    <a:pt x="0" y="138574"/>
                  </a:lnTo>
                  <a:lnTo>
                    <a:pt x="21949" y="138574"/>
                  </a:lnTo>
                  <a:lnTo>
                    <a:pt x="138572" y="21949"/>
                  </a:lnTo>
                  <a:lnTo>
                    <a:pt x="13857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rot="-5400000">
              <a:off x="7786768" y="36"/>
              <a:ext cx="1357180" cy="1357180"/>
            </a:xfrm>
            <a:custGeom>
              <a:rect b="b" l="l" r="r" t="t"/>
              <a:pathLst>
                <a:path extrusionOk="0" h="94676" w="94676">
                  <a:moveTo>
                    <a:pt x="94675" y="0"/>
                  </a:moveTo>
                  <a:lnTo>
                    <a:pt x="0" y="94676"/>
                  </a:lnTo>
                  <a:lnTo>
                    <a:pt x="21950" y="94676"/>
                  </a:lnTo>
                  <a:lnTo>
                    <a:pt x="94675" y="21950"/>
                  </a:lnTo>
                  <a:lnTo>
                    <a:pt x="9467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rot="-5400000">
              <a:off x="8416062" y="14"/>
              <a:ext cx="727903" cy="727903"/>
            </a:xfrm>
            <a:custGeom>
              <a:rect b="b" l="l" r="r" t="t"/>
              <a:pathLst>
                <a:path extrusionOk="0" h="50778" w="50778">
                  <a:moveTo>
                    <a:pt x="50777" y="1"/>
                  </a:moveTo>
                  <a:lnTo>
                    <a:pt x="1" y="50778"/>
                  </a:lnTo>
                  <a:lnTo>
                    <a:pt x="21949" y="50778"/>
                  </a:lnTo>
                  <a:lnTo>
                    <a:pt x="50777" y="21949"/>
                  </a:lnTo>
                  <a:lnTo>
                    <a:pt x="5077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txBox="1"/>
          <p:nvPr>
            <p:ph idx="1" type="subTitle"/>
          </p:nvPr>
        </p:nvSpPr>
        <p:spPr>
          <a:xfrm>
            <a:off x="1298925" y="1609200"/>
            <a:ext cx="2907600" cy="4683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Tenor Sans"/>
              <a:buNone/>
              <a:defRPr sz="2200">
                <a:solidFill>
                  <a:schemeClr val="dk1"/>
                </a:solidFill>
                <a:latin typeface="Tenor Sans"/>
                <a:ea typeface="Tenor Sans"/>
                <a:cs typeface="Tenor Sans"/>
                <a:sym typeface="Tenor Sans"/>
              </a:defRPr>
            </a:lvl1pPr>
            <a:lvl2pPr lvl="1" algn="ctr">
              <a:lnSpc>
                <a:spcPct val="100000"/>
              </a:lnSpc>
              <a:spcBef>
                <a:spcPts val="0"/>
              </a:spcBef>
              <a:spcAft>
                <a:spcPts val="0"/>
              </a:spcAft>
              <a:buSzPts val="2500"/>
              <a:buFont typeface="Tenor Sans"/>
              <a:buNone/>
              <a:defRPr sz="2500">
                <a:latin typeface="Tenor Sans"/>
                <a:ea typeface="Tenor Sans"/>
                <a:cs typeface="Tenor Sans"/>
                <a:sym typeface="Tenor Sans"/>
              </a:defRPr>
            </a:lvl2pPr>
            <a:lvl3pPr lvl="2" algn="ctr">
              <a:lnSpc>
                <a:spcPct val="100000"/>
              </a:lnSpc>
              <a:spcBef>
                <a:spcPts val="0"/>
              </a:spcBef>
              <a:spcAft>
                <a:spcPts val="0"/>
              </a:spcAft>
              <a:buSzPts val="2500"/>
              <a:buFont typeface="Tenor Sans"/>
              <a:buNone/>
              <a:defRPr sz="2500">
                <a:latin typeface="Tenor Sans"/>
                <a:ea typeface="Tenor Sans"/>
                <a:cs typeface="Tenor Sans"/>
                <a:sym typeface="Tenor Sans"/>
              </a:defRPr>
            </a:lvl3pPr>
            <a:lvl4pPr lvl="3" algn="ctr">
              <a:lnSpc>
                <a:spcPct val="100000"/>
              </a:lnSpc>
              <a:spcBef>
                <a:spcPts val="0"/>
              </a:spcBef>
              <a:spcAft>
                <a:spcPts val="0"/>
              </a:spcAft>
              <a:buSzPts val="2500"/>
              <a:buFont typeface="Tenor Sans"/>
              <a:buNone/>
              <a:defRPr sz="2500">
                <a:latin typeface="Tenor Sans"/>
                <a:ea typeface="Tenor Sans"/>
                <a:cs typeface="Tenor Sans"/>
                <a:sym typeface="Tenor Sans"/>
              </a:defRPr>
            </a:lvl4pPr>
            <a:lvl5pPr lvl="4" algn="ctr">
              <a:lnSpc>
                <a:spcPct val="100000"/>
              </a:lnSpc>
              <a:spcBef>
                <a:spcPts val="0"/>
              </a:spcBef>
              <a:spcAft>
                <a:spcPts val="0"/>
              </a:spcAft>
              <a:buSzPts val="2500"/>
              <a:buFont typeface="Tenor Sans"/>
              <a:buNone/>
              <a:defRPr sz="2500">
                <a:latin typeface="Tenor Sans"/>
                <a:ea typeface="Tenor Sans"/>
                <a:cs typeface="Tenor Sans"/>
                <a:sym typeface="Tenor Sans"/>
              </a:defRPr>
            </a:lvl5pPr>
            <a:lvl6pPr lvl="5" algn="ctr">
              <a:lnSpc>
                <a:spcPct val="100000"/>
              </a:lnSpc>
              <a:spcBef>
                <a:spcPts val="0"/>
              </a:spcBef>
              <a:spcAft>
                <a:spcPts val="0"/>
              </a:spcAft>
              <a:buSzPts val="2500"/>
              <a:buFont typeface="Tenor Sans"/>
              <a:buNone/>
              <a:defRPr sz="2500">
                <a:latin typeface="Tenor Sans"/>
                <a:ea typeface="Tenor Sans"/>
                <a:cs typeface="Tenor Sans"/>
                <a:sym typeface="Tenor Sans"/>
              </a:defRPr>
            </a:lvl6pPr>
            <a:lvl7pPr lvl="6" algn="ctr">
              <a:lnSpc>
                <a:spcPct val="100000"/>
              </a:lnSpc>
              <a:spcBef>
                <a:spcPts val="0"/>
              </a:spcBef>
              <a:spcAft>
                <a:spcPts val="0"/>
              </a:spcAft>
              <a:buSzPts val="2500"/>
              <a:buFont typeface="Tenor Sans"/>
              <a:buNone/>
              <a:defRPr sz="2500">
                <a:latin typeface="Tenor Sans"/>
                <a:ea typeface="Tenor Sans"/>
                <a:cs typeface="Tenor Sans"/>
                <a:sym typeface="Tenor Sans"/>
              </a:defRPr>
            </a:lvl7pPr>
            <a:lvl8pPr lvl="7" algn="ctr">
              <a:lnSpc>
                <a:spcPct val="100000"/>
              </a:lnSpc>
              <a:spcBef>
                <a:spcPts val="0"/>
              </a:spcBef>
              <a:spcAft>
                <a:spcPts val="0"/>
              </a:spcAft>
              <a:buSzPts val="2500"/>
              <a:buFont typeface="Tenor Sans"/>
              <a:buNone/>
              <a:defRPr sz="2500">
                <a:latin typeface="Tenor Sans"/>
                <a:ea typeface="Tenor Sans"/>
                <a:cs typeface="Tenor Sans"/>
                <a:sym typeface="Tenor Sans"/>
              </a:defRPr>
            </a:lvl8pPr>
            <a:lvl9pPr lvl="8" algn="ctr">
              <a:lnSpc>
                <a:spcPct val="100000"/>
              </a:lnSpc>
              <a:spcBef>
                <a:spcPts val="0"/>
              </a:spcBef>
              <a:spcAft>
                <a:spcPts val="0"/>
              </a:spcAft>
              <a:buSzPts val="2500"/>
              <a:buFont typeface="Tenor Sans"/>
              <a:buNone/>
              <a:defRPr sz="2500">
                <a:latin typeface="Tenor Sans"/>
                <a:ea typeface="Tenor Sans"/>
                <a:cs typeface="Tenor Sans"/>
                <a:sym typeface="Tenor Sans"/>
              </a:defRPr>
            </a:lvl9pPr>
          </a:lstStyle>
          <a:p/>
        </p:txBody>
      </p:sp>
      <p:sp>
        <p:nvSpPr>
          <p:cNvPr id="33" name="Google Shape;33;p5"/>
          <p:cNvSpPr txBox="1"/>
          <p:nvPr>
            <p:ph idx="2" type="subTitle"/>
          </p:nvPr>
        </p:nvSpPr>
        <p:spPr>
          <a:xfrm>
            <a:off x="4937475" y="1609200"/>
            <a:ext cx="2907600" cy="468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500"/>
              <a:buFont typeface="Tenor Sans"/>
              <a:buNone/>
              <a:defRPr sz="2200">
                <a:solidFill>
                  <a:schemeClr val="dk1"/>
                </a:solidFill>
                <a:latin typeface="Tenor Sans"/>
                <a:ea typeface="Tenor Sans"/>
                <a:cs typeface="Tenor Sans"/>
                <a:sym typeface="Tenor Sans"/>
              </a:defRPr>
            </a:lvl1pPr>
            <a:lvl2pPr lvl="1" rtl="0" algn="ctr">
              <a:lnSpc>
                <a:spcPct val="100000"/>
              </a:lnSpc>
              <a:spcBef>
                <a:spcPts val="0"/>
              </a:spcBef>
              <a:spcAft>
                <a:spcPts val="0"/>
              </a:spcAft>
              <a:buSzPts val="2500"/>
              <a:buFont typeface="Tenor Sans"/>
              <a:buNone/>
              <a:defRPr sz="2500">
                <a:latin typeface="Tenor Sans"/>
                <a:ea typeface="Tenor Sans"/>
                <a:cs typeface="Tenor Sans"/>
                <a:sym typeface="Tenor Sans"/>
              </a:defRPr>
            </a:lvl2pPr>
            <a:lvl3pPr lvl="2" rtl="0" algn="ctr">
              <a:lnSpc>
                <a:spcPct val="100000"/>
              </a:lnSpc>
              <a:spcBef>
                <a:spcPts val="0"/>
              </a:spcBef>
              <a:spcAft>
                <a:spcPts val="0"/>
              </a:spcAft>
              <a:buSzPts val="2500"/>
              <a:buFont typeface="Tenor Sans"/>
              <a:buNone/>
              <a:defRPr sz="2500">
                <a:latin typeface="Tenor Sans"/>
                <a:ea typeface="Tenor Sans"/>
                <a:cs typeface="Tenor Sans"/>
                <a:sym typeface="Tenor Sans"/>
              </a:defRPr>
            </a:lvl3pPr>
            <a:lvl4pPr lvl="3" rtl="0" algn="ctr">
              <a:lnSpc>
                <a:spcPct val="100000"/>
              </a:lnSpc>
              <a:spcBef>
                <a:spcPts val="0"/>
              </a:spcBef>
              <a:spcAft>
                <a:spcPts val="0"/>
              </a:spcAft>
              <a:buSzPts val="2500"/>
              <a:buFont typeface="Tenor Sans"/>
              <a:buNone/>
              <a:defRPr sz="2500">
                <a:latin typeface="Tenor Sans"/>
                <a:ea typeface="Tenor Sans"/>
                <a:cs typeface="Tenor Sans"/>
                <a:sym typeface="Tenor Sans"/>
              </a:defRPr>
            </a:lvl4pPr>
            <a:lvl5pPr lvl="4" rtl="0" algn="ctr">
              <a:lnSpc>
                <a:spcPct val="100000"/>
              </a:lnSpc>
              <a:spcBef>
                <a:spcPts val="0"/>
              </a:spcBef>
              <a:spcAft>
                <a:spcPts val="0"/>
              </a:spcAft>
              <a:buSzPts val="2500"/>
              <a:buFont typeface="Tenor Sans"/>
              <a:buNone/>
              <a:defRPr sz="2500">
                <a:latin typeface="Tenor Sans"/>
                <a:ea typeface="Tenor Sans"/>
                <a:cs typeface="Tenor Sans"/>
                <a:sym typeface="Tenor Sans"/>
              </a:defRPr>
            </a:lvl5pPr>
            <a:lvl6pPr lvl="5" rtl="0" algn="ctr">
              <a:lnSpc>
                <a:spcPct val="100000"/>
              </a:lnSpc>
              <a:spcBef>
                <a:spcPts val="0"/>
              </a:spcBef>
              <a:spcAft>
                <a:spcPts val="0"/>
              </a:spcAft>
              <a:buSzPts val="2500"/>
              <a:buFont typeface="Tenor Sans"/>
              <a:buNone/>
              <a:defRPr sz="2500">
                <a:latin typeface="Tenor Sans"/>
                <a:ea typeface="Tenor Sans"/>
                <a:cs typeface="Tenor Sans"/>
                <a:sym typeface="Tenor Sans"/>
              </a:defRPr>
            </a:lvl6pPr>
            <a:lvl7pPr lvl="6" rtl="0" algn="ctr">
              <a:lnSpc>
                <a:spcPct val="100000"/>
              </a:lnSpc>
              <a:spcBef>
                <a:spcPts val="0"/>
              </a:spcBef>
              <a:spcAft>
                <a:spcPts val="0"/>
              </a:spcAft>
              <a:buSzPts val="2500"/>
              <a:buFont typeface="Tenor Sans"/>
              <a:buNone/>
              <a:defRPr sz="2500">
                <a:latin typeface="Tenor Sans"/>
                <a:ea typeface="Tenor Sans"/>
                <a:cs typeface="Tenor Sans"/>
                <a:sym typeface="Tenor Sans"/>
              </a:defRPr>
            </a:lvl7pPr>
            <a:lvl8pPr lvl="7" rtl="0" algn="ctr">
              <a:lnSpc>
                <a:spcPct val="100000"/>
              </a:lnSpc>
              <a:spcBef>
                <a:spcPts val="0"/>
              </a:spcBef>
              <a:spcAft>
                <a:spcPts val="0"/>
              </a:spcAft>
              <a:buSzPts val="2500"/>
              <a:buFont typeface="Tenor Sans"/>
              <a:buNone/>
              <a:defRPr sz="2500">
                <a:latin typeface="Tenor Sans"/>
                <a:ea typeface="Tenor Sans"/>
                <a:cs typeface="Tenor Sans"/>
                <a:sym typeface="Tenor Sans"/>
              </a:defRPr>
            </a:lvl8pPr>
            <a:lvl9pPr lvl="8" rtl="0" algn="ctr">
              <a:lnSpc>
                <a:spcPct val="100000"/>
              </a:lnSpc>
              <a:spcBef>
                <a:spcPts val="0"/>
              </a:spcBef>
              <a:spcAft>
                <a:spcPts val="0"/>
              </a:spcAft>
              <a:buSzPts val="2500"/>
              <a:buFont typeface="Tenor Sans"/>
              <a:buNone/>
              <a:defRPr sz="2500">
                <a:latin typeface="Tenor Sans"/>
                <a:ea typeface="Tenor Sans"/>
                <a:cs typeface="Tenor Sans"/>
                <a:sym typeface="Tenor Sans"/>
              </a:defRPr>
            </a:lvl9pPr>
          </a:lstStyle>
          <a:p/>
        </p:txBody>
      </p:sp>
      <p:sp>
        <p:nvSpPr>
          <p:cNvPr id="34" name="Google Shape;34;p5"/>
          <p:cNvSpPr txBox="1"/>
          <p:nvPr>
            <p:ph idx="3" type="subTitle"/>
          </p:nvPr>
        </p:nvSpPr>
        <p:spPr>
          <a:xfrm>
            <a:off x="1393525" y="2153700"/>
            <a:ext cx="2718300" cy="1075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 name="Google Shape;35;p5"/>
          <p:cNvSpPr txBox="1"/>
          <p:nvPr>
            <p:ph idx="4" type="subTitle"/>
          </p:nvPr>
        </p:nvSpPr>
        <p:spPr>
          <a:xfrm>
            <a:off x="5032125" y="2153700"/>
            <a:ext cx="2718300" cy="1075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 name="Google Shape;36;p5"/>
          <p:cNvSpPr txBox="1"/>
          <p:nvPr>
            <p:ph idx="12" type="sldNum"/>
          </p:nvPr>
        </p:nvSpPr>
        <p:spPr>
          <a:xfrm>
            <a:off x="8404384" y="4673651"/>
            <a:ext cx="548700" cy="393600"/>
          </a:xfrm>
          <a:prstGeom prst="rect">
            <a:avLst/>
          </a:prstGeom>
        </p:spPr>
        <p:txBody>
          <a:bodyPr anchorCtr="0" anchor="t" bIns="91425" lIns="91425" spcFirstLastPara="1" rIns="91425" wrap="square" tIns="91425">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flipH="1" rot="-5637937">
            <a:off x="19738" y="3101428"/>
            <a:ext cx="1486241" cy="3538058"/>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flipH="1" rot="-5637937">
            <a:off x="-319449" y="3475330"/>
            <a:ext cx="1015419" cy="2417246"/>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flipH="1">
            <a:off x="796378" y="4048771"/>
            <a:ext cx="8499600" cy="1117500"/>
          </a:xfrm>
          <a:prstGeom prst="triangle">
            <a:avLst>
              <a:gd fmla="val 73733"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rot="-5400000">
            <a:off x="7296150" y="-857325"/>
            <a:ext cx="1038300" cy="2714700"/>
          </a:xfrm>
          <a:prstGeom prst="triangle">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6"/>
          <p:cNvSpPr/>
          <p:nvPr/>
        </p:nvSpPr>
        <p:spPr>
          <a:xfrm rot="-5400000">
            <a:off x="6925209" y="2924700"/>
            <a:ext cx="2219100" cy="22185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 name="Google Shape;44;p6"/>
          <p:cNvGrpSpPr/>
          <p:nvPr/>
        </p:nvGrpSpPr>
        <p:grpSpPr>
          <a:xfrm>
            <a:off x="-14" y="9"/>
            <a:ext cx="2129528" cy="2153121"/>
            <a:chOff x="1165875" y="238125"/>
            <a:chExt cx="4139025" cy="4139025"/>
          </a:xfrm>
        </p:grpSpPr>
        <p:sp>
          <p:nvSpPr>
            <p:cNvPr id="45" name="Google Shape;45;p6"/>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6"/>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 name="Shape 50"/>
        <p:cNvGrpSpPr/>
        <p:nvPr/>
      </p:nvGrpSpPr>
      <p:grpSpPr>
        <a:xfrm>
          <a:off x="0" y="0"/>
          <a:ext cx="0" cy="0"/>
          <a:chOff x="0" y="0"/>
          <a:chExt cx="0" cy="0"/>
        </a:xfrm>
      </p:grpSpPr>
      <p:sp>
        <p:nvSpPr>
          <p:cNvPr id="51" name="Google Shape;51;p7"/>
          <p:cNvSpPr txBox="1"/>
          <p:nvPr>
            <p:ph idx="1" type="body"/>
          </p:nvPr>
        </p:nvSpPr>
        <p:spPr>
          <a:xfrm>
            <a:off x="720000" y="1377725"/>
            <a:ext cx="4598100" cy="3230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3"/>
              </a:buClr>
              <a:buSzPts val="1400"/>
              <a:buChar char="●"/>
              <a:defRPr sz="1400">
                <a:solidFill>
                  <a:srgbClr val="434343"/>
                </a:solidFill>
              </a:defRPr>
            </a:lvl1pPr>
            <a:lvl2pPr indent="-317500" lvl="1" marL="914400" rtl="0">
              <a:lnSpc>
                <a:spcPct val="115000"/>
              </a:lnSpc>
              <a:spcBef>
                <a:spcPts val="0"/>
              </a:spcBef>
              <a:spcAft>
                <a:spcPts val="0"/>
              </a:spcAft>
              <a:buSzPts val="1400"/>
              <a:buChar char="○"/>
              <a:defRPr>
                <a:solidFill>
                  <a:srgbClr val="434343"/>
                </a:solidFill>
              </a:defRPr>
            </a:lvl2pPr>
            <a:lvl3pPr indent="-317500" lvl="2" marL="1371600" rtl="0">
              <a:lnSpc>
                <a:spcPct val="115000"/>
              </a:lnSpc>
              <a:spcBef>
                <a:spcPts val="0"/>
              </a:spcBef>
              <a:spcAft>
                <a:spcPts val="0"/>
              </a:spcAft>
              <a:buSzPts val="1400"/>
              <a:buChar char="■"/>
              <a:defRPr>
                <a:solidFill>
                  <a:srgbClr val="434343"/>
                </a:solidFill>
              </a:defRPr>
            </a:lvl3pPr>
            <a:lvl4pPr indent="-317500" lvl="3" marL="1828800" rtl="0">
              <a:lnSpc>
                <a:spcPct val="115000"/>
              </a:lnSpc>
              <a:spcBef>
                <a:spcPts val="0"/>
              </a:spcBef>
              <a:spcAft>
                <a:spcPts val="0"/>
              </a:spcAft>
              <a:buSzPts val="1400"/>
              <a:buChar char="●"/>
              <a:defRPr>
                <a:solidFill>
                  <a:srgbClr val="434343"/>
                </a:solidFill>
              </a:defRPr>
            </a:lvl4pPr>
            <a:lvl5pPr indent="-317500" lvl="4" marL="2286000" rtl="0">
              <a:lnSpc>
                <a:spcPct val="115000"/>
              </a:lnSpc>
              <a:spcBef>
                <a:spcPts val="0"/>
              </a:spcBef>
              <a:spcAft>
                <a:spcPts val="0"/>
              </a:spcAft>
              <a:buSzPts val="1400"/>
              <a:buChar char="○"/>
              <a:defRPr>
                <a:solidFill>
                  <a:srgbClr val="434343"/>
                </a:solidFill>
              </a:defRPr>
            </a:lvl5pPr>
            <a:lvl6pPr indent="-317500" lvl="5" marL="2743200" rtl="0">
              <a:lnSpc>
                <a:spcPct val="115000"/>
              </a:lnSpc>
              <a:spcBef>
                <a:spcPts val="0"/>
              </a:spcBef>
              <a:spcAft>
                <a:spcPts val="0"/>
              </a:spcAft>
              <a:buSzPts val="1400"/>
              <a:buChar char="■"/>
              <a:defRPr>
                <a:solidFill>
                  <a:srgbClr val="434343"/>
                </a:solidFill>
              </a:defRPr>
            </a:lvl6pPr>
            <a:lvl7pPr indent="-317500" lvl="6" marL="3200400" rtl="0">
              <a:lnSpc>
                <a:spcPct val="115000"/>
              </a:lnSpc>
              <a:spcBef>
                <a:spcPts val="0"/>
              </a:spcBef>
              <a:spcAft>
                <a:spcPts val="0"/>
              </a:spcAft>
              <a:buSzPts val="1400"/>
              <a:buChar char="●"/>
              <a:defRPr>
                <a:solidFill>
                  <a:srgbClr val="434343"/>
                </a:solidFill>
              </a:defRPr>
            </a:lvl7pPr>
            <a:lvl8pPr indent="-317500" lvl="7" marL="3657600" rtl="0">
              <a:lnSpc>
                <a:spcPct val="115000"/>
              </a:lnSpc>
              <a:spcBef>
                <a:spcPts val="0"/>
              </a:spcBef>
              <a:spcAft>
                <a:spcPts val="0"/>
              </a:spcAft>
              <a:buSzPts val="1400"/>
              <a:buChar char="○"/>
              <a:defRPr>
                <a:solidFill>
                  <a:srgbClr val="434343"/>
                </a:solidFill>
              </a:defRPr>
            </a:lvl8pPr>
            <a:lvl9pPr indent="-317500" lvl="8" marL="4114800" rtl="0">
              <a:lnSpc>
                <a:spcPct val="115000"/>
              </a:lnSpc>
              <a:spcBef>
                <a:spcPts val="0"/>
              </a:spcBef>
              <a:spcAft>
                <a:spcPts val="0"/>
              </a:spcAft>
              <a:buSzPts val="1400"/>
              <a:buChar char="■"/>
              <a:defRPr>
                <a:solidFill>
                  <a:srgbClr val="434343"/>
                </a:solidFill>
              </a:defRPr>
            </a:lvl9pPr>
          </a:lstStyle>
          <a:p/>
        </p:txBody>
      </p:sp>
      <p:grpSp>
        <p:nvGrpSpPr>
          <p:cNvPr id="52" name="Google Shape;52;p7"/>
          <p:cNvGrpSpPr/>
          <p:nvPr/>
        </p:nvGrpSpPr>
        <p:grpSpPr>
          <a:xfrm rot="9964477">
            <a:off x="5630233" y="-1029186"/>
            <a:ext cx="3735575" cy="3735575"/>
            <a:chOff x="1165875" y="238125"/>
            <a:chExt cx="4139025" cy="4139025"/>
          </a:xfrm>
        </p:grpSpPr>
        <p:sp>
          <p:nvSpPr>
            <p:cNvPr id="53" name="Google Shape;53;p7"/>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7"/>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7"/>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7"/>
          <p:cNvSpPr/>
          <p:nvPr/>
        </p:nvSpPr>
        <p:spPr>
          <a:xfrm>
            <a:off x="0" y="2952750"/>
            <a:ext cx="9144000" cy="2203800"/>
          </a:xfrm>
          <a:prstGeom prst="triangle">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59" name="Shape 59"/>
        <p:cNvGrpSpPr/>
        <p:nvPr/>
      </p:nvGrpSpPr>
      <p:grpSpPr>
        <a:xfrm>
          <a:off x="0" y="0"/>
          <a:ext cx="0" cy="0"/>
          <a:chOff x="0" y="0"/>
          <a:chExt cx="0" cy="0"/>
        </a:xfrm>
      </p:grpSpPr>
      <p:sp>
        <p:nvSpPr>
          <p:cNvPr id="60" name="Google Shape;60;p8"/>
          <p:cNvSpPr/>
          <p:nvPr/>
        </p:nvSpPr>
        <p:spPr>
          <a:xfrm rot="10800000">
            <a:off x="-28425" y="-28425"/>
            <a:ext cx="9201000" cy="520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8"/>
          <p:cNvSpPr txBox="1"/>
          <p:nvPr>
            <p:ph type="title"/>
          </p:nvPr>
        </p:nvSpPr>
        <p:spPr>
          <a:xfrm>
            <a:off x="1452600" y="1307100"/>
            <a:ext cx="6238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7000"/>
              <a:buNone/>
              <a:defRPr sz="8500">
                <a:solidFill>
                  <a:schemeClr val="lt1"/>
                </a:solidFill>
              </a:defRPr>
            </a:lvl1pPr>
            <a:lvl2pPr lvl="1" algn="r">
              <a:spcBef>
                <a:spcPts val="0"/>
              </a:spcBef>
              <a:spcAft>
                <a:spcPts val="0"/>
              </a:spcAft>
              <a:buSzPts val="6000"/>
              <a:buNone/>
              <a:defRPr sz="6000"/>
            </a:lvl2pPr>
            <a:lvl3pPr lvl="2" algn="r">
              <a:spcBef>
                <a:spcPts val="0"/>
              </a:spcBef>
              <a:spcAft>
                <a:spcPts val="0"/>
              </a:spcAft>
              <a:buSzPts val="6000"/>
              <a:buNone/>
              <a:defRPr sz="6000"/>
            </a:lvl3pPr>
            <a:lvl4pPr lvl="3" algn="r">
              <a:spcBef>
                <a:spcPts val="0"/>
              </a:spcBef>
              <a:spcAft>
                <a:spcPts val="0"/>
              </a:spcAft>
              <a:buSzPts val="6000"/>
              <a:buNone/>
              <a:defRPr sz="6000"/>
            </a:lvl4pPr>
            <a:lvl5pPr lvl="4" algn="r">
              <a:spcBef>
                <a:spcPts val="0"/>
              </a:spcBef>
              <a:spcAft>
                <a:spcPts val="0"/>
              </a:spcAft>
              <a:buSzPts val="6000"/>
              <a:buNone/>
              <a:defRPr sz="6000"/>
            </a:lvl5pPr>
            <a:lvl6pPr lvl="5" algn="r">
              <a:spcBef>
                <a:spcPts val="0"/>
              </a:spcBef>
              <a:spcAft>
                <a:spcPts val="0"/>
              </a:spcAft>
              <a:buSzPts val="6000"/>
              <a:buNone/>
              <a:defRPr sz="6000"/>
            </a:lvl6pPr>
            <a:lvl7pPr lvl="6" algn="r">
              <a:spcBef>
                <a:spcPts val="0"/>
              </a:spcBef>
              <a:spcAft>
                <a:spcPts val="0"/>
              </a:spcAft>
              <a:buSzPts val="6000"/>
              <a:buNone/>
              <a:defRPr sz="6000"/>
            </a:lvl7pPr>
            <a:lvl8pPr lvl="7" algn="r">
              <a:spcBef>
                <a:spcPts val="0"/>
              </a:spcBef>
              <a:spcAft>
                <a:spcPts val="0"/>
              </a:spcAft>
              <a:buSzPts val="6000"/>
              <a:buNone/>
              <a:defRPr sz="6000"/>
            </a:lvl8pPr>
            <a:lvl9pPr lvl="8" algn="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 name="Shape 62"/>
        <p:cNvGrpSpPr/>
        <p:nvPr/>
      </p:nvGrpSpPr>
      <p:grpSpPr>
        <a:xfrm>
          <a:off x="0" y="0"/>
          <a:ext cx="0" cy="0"/>
          <a:chOff x="0" y="0"/>
          <a:chExt cx="0" cy="0"/>
        </a:xfrm>
      </p:grpSpPr>
      <p:sp>
        <p:nvSpPr>
          <p:cNvPr id="63" name="Google Shape;63;p9"/>
          <p:cNvSpPr/>
          <p:nvPr/>
        </p:nvSpPr>
        <p:spPr>
          <a:xfrm rot="10800000">
            <a:off x="-1876200" y="-47550"/>
            <a:ext cx="11020200" cy="2505000"/>
          </a:xfrm>
          <a:prstGeom prst="triangle">
            <a:avLst>
              <a:gd fmla="val 33968"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 name="Google Shape;64;p9"/>
          <p:cNvGrpSpPr/>
          <p:nvPr/>
        </p:nvGrpSpPr>
        <p:grpSpPr>
          <a:xfrm rot="10800000">
            <a:off x="5225575" y="2590975"/>
            <a:ext cx="3918415" cy="2552537"/>
            <a:chOff x="1165875" y="238125"/>
            <a:chExt cx="4139025" cy="4139025"/>
          </a:xfrm>
        </p:grpSpPr>
        <p:sp>
          <p:nvSpPr>
            <p:cNvPr id="65" name="Google Shape;65;p9"/>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9"/>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9"/>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9"/>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 name="Google Shape;69;p9"/>
          <p:cNvSpPr txBox="1"/>
          <p:nvPr>
            <p:ph type="title"/>
          </p:nvPr>
        </p:nvSpPr>
        <p:spPr>
          <a:xfrm>
            <a:off x="717300" y="2841524"/>
            <a:ext cx="4614000" cy="6636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0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70" name="Google Shape;70;p9"/>
          <p:cNvSpPr txBox="1"/>
          <p:nvPr>
            <p:ph hasCustomPrompt="1" idx="2" type="title"/>
          </p:nvPr>
        </p:nvSpPr>
        <p:spPr>
          <a:xfrm>
            <a:off x="717300" y="1956114"/>
            <a:ext cx="3150900" cy="5679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5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71" name="Google Shape;71;p9"/>
          <p:cNvSpPr txBox="1"/>
          <p:nvPr>
            <p:ph idx="1" type="subTitle"/>
          </p:nvPr>
        </p:nvSpPr>
        <p:spPr>
          <a:xfrm>
            <a:off x="717300" y="3683000"/>
            <a:ext cx="4395900" cy="468300"/>
          </a:xfrm>
          <a:prstGeom prst="rect">
            <a:avLst/>
          </a:prstGeom>
          <a:solidFill>
            <a:schemeClr val="accent1"/>
          </a:solidFill>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6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 name="Shape 72"/>
        <p:cNvGrpSpPr/>
        <p:nvPr/>
      </p:nvGrpSpPr>
      <p:grpSpPr>
        <a:xfrm>
          <a:off x="0" y="0"/>
          <a:ext cx="0" cy="0"/>
          <a:chOff x="0" y="0"/>
          <a:chExt cx="0" cy="0"/>
        </a:xfrm>
      </p:grpSpPr>
      <p:sp>
        <p:nvSpPr>
          <p:cNvPr id="73" name="Google Shape;73;p10"/>
          <p:cNvSpPr/>
          <p:nvPr/>
        </p:nvSpPr>
        <p:spPr>
          <a:xfrm rot="-5400000">
            <a:off x="936900" y="-936900"/>
            <a:ext cx="5143500" cy="7017300"/>
          </a:xfrm>
          <a:prstGeom prst="rect">
            <a:avLst/>
          </a:prstGeom>
          <a:gradFill>
            <a:gsLst>
              <a:gs pos="0">
                <a:srgbClr val="FFFFFF">
                  <a:alpha val="48627"/>
                </a:srgbClr>
              </a:gs>
              <a:gs pos="100000">
                <a:srgbClr val="BEBEBE">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0"/>
          <p:cNvSpPr txBox="1"/>
          <p:nvPr>
            <p:ph type="title"/>
          </p:nvPr>
        </p:nvSpPr>
        <p:spPr>
          <a:xfrm>
            <a:off x="715100" y="535000"/>
            <a:ext cx="3418800" cy="17034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sz="27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75" name="Shape 75"/>
        <p:cNvGrpSpPr/>
        <p:nvPr/>
      </p:nvGrpSpPr>
      <p:grpSpPr>
        <a:xfrm>
          <a:off x="0" y="0"/>
          <a:ext cx="0" cy="0"/>
          <a:chOff x="0" y="0"/>
          <a:chExt cx="0" cy="0"/>
        </a:xfrm>
      </p:grpSpPr>
      <p:sp>
        <p:nvSpPr>
          <p:cNvPr id="76" name="Google Shape;76;p11"/>
          <p:cNvSpPr/>
          <p:nvPr/>
        </p:nvSpPr>
        <p:spPr>
          <a:xfrm>
            <a:off x="-757200" y="-1143000"/>
            <a:ext cx="10658400" cy="6286500"/>
          </a:xfrm>
          <a:prstGeom prst="triangle">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txBox="1"/>
          <p:nvPr>
            <p:ph hasCustomPrompt="1" type="title"/>
          </p:nvPr>
        </p:nvSpPr>
        <p:spPr>
          <a:xfrm>
            <a:off x="1284000" y="1345050"/>
            <a:ext cx="6576000" cy="1979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9600"/>
              <a:buNone/>
              <a:defRPr sz="11000">
                <a:solidFill>
                  <a:schemeClr val="lt1"/>
                </a:solidFill>
              </a:defRPr>
            </a:lvl1pPr>
            <a:lvl2pPr lvl="1" algn="ctr">
              <a:spcBef>
                <a:spcPts val="0"/>
              </a:spcBef>
              <a:spcAft>
                <a:spcPts val="0"/>
              </a:spcAft>
              <a:buClr>
                <a:schemeClr val="lt1"/>
              </a:buClr>
              <a:buSzPts val="9600"/>
              <a:buNone/>
              <a:defRPr sz="9600">
                <a:solidFill>
                  <a:schemeClr val="lt1"/>
                </a:solidFill>
              </a:defRPr>
            </a:lvl2pPr>
            <a:lvl3pPr lvl="2" algn="ctr">
              <a:spcBef>
                <a:spcPts val="0"/>
              </a:spcBef>
              <a:spcAft>
                <a:spcPts val="0"/>
              </a:spcAft>
              <a:buClr>
                <a:schemeClr val="lt1"/>
              </a:buClr>
              <a:buSzPts val="9600"/>
              <a:buNone/>
              <a:defRPr sz="9600">
                <a:solidFill>
                  <a:schemeClr val="lt1"/>
                </a:solidFill>
              </a:defRPr>
            </a:lvl3pPr>
            <a:lvl4pPr lvl="3" algn="ctr">
              <a:spcBef>
                <a:spcPts val="0"/>
              </a:spcBef>
              <a:spcAft>
                <a:spcPts val="0"/>
              </a:spcAft>
              <a:buClr>
                <a:schemeClr val="lt1"/>
              </a:buClr>
              <a:buSzPts val="9600"/>
              <a:buNone/>
              <a:defRPr sz="9600">
                <a:solidFill>
                  <a:schemeClr val="lt1"/>
                </a:solidFill>
              </a:defRPr>
            </a:lvl4pPr>
            <a:lvl5pPr lvl="4" algn="ctr">
              <a:spcBef>
                <a:spcPts val="0"/>
              </a:spcBef>
              <a:spcAft>
                <a:spcPts val="0"/>
              </a:spcAft>
              <a:buClr>
                <a:schemeClr val="lt1"/>
              </a:buClr>
              <a:buSzPts val="9600"/>
              <a:buNone/>
              <a:defRPr sz="9600">
                <a:solidFill>
                  <a:schemeClr val="lt1"/>
                </a:solidFill>
              </a:defRPr>
            </a:lvl5pPr>
            <a:lvl6pPr lvl="5" algn="ctr">
              <a:spcBef>
                <a:spcPts val="0"/>
              </a:spcBef>
              <a:spcAft>
                <a:spcPts val="0"/>
              </a:spcAft>
              <a:buClr>
                <a:schemeClr val="lt1"/>
              </a:buClr>
              <a:buSzPts val="9600"/>
              <a:buNone/>
              <a:defRPr sz="9600">
                <a:solidFill>
                  <a:schemeClr val="lt1"/>
                </a:solidFill>
              </a:defRPr>
            </a:lvl6pPr>
            <a:lvl7pPr lvl="6" algn="ctr">
              <a:spcBef>
                <a:spcPts val="0"/>
              </a:spcBef>
              <a:spcAft>
                <a:spcPts val="0"/>
              </a:spcAft>
              <a:buClr>
                <a:schemeClr val="lt1"/>
              </a:buClr>
              <a:buSzPts val="9600"/>
              <a:buNone/>
              <a:defRPr sz="9600">
                <a:solidFill>
                  <a:schemeClr val="lt1"/>
                </a:solidFill>
              </a:defRPr>
            </a:lvl7pPr>
            <a:lvl8pPr lvl="7" algn="ctr">
              <a:spcBef>
                <a:spcPts val="0"/>
              </a:spcBef>
              <a:spcAft>
                <a:spcPts val="0"/>
              </a:spcAft>
              <a:buClr>
                <a:schemeClr val="lt1"/>
              </a:buClr>
              <a:buSzPts val="9600"/>
              <a:buNone/>
              <a:defRPr sz="9600">
                <a:solidFill>
                  <a:schemeClr val="lt1"/>
                </a:solidFill>
              </a:defRPr>
            </a:lvl8pPr>
            <a:lvl9pPr lvl="8" algn="ctr">
              <a:spcBef>
                <a:spcPts val="0"/>
              </a:spcBef>
              <a:spcAft>
                <a:spcPts val="0"/>
              </a:spcAft>
              <a:buClr>
                <a:schemeClr val="lt1"/>
              </a:buClr>
              <a:buSzPts val="9600"/>
              <a:buNone/>
              <a:defRPr sz="9600">
                <a:solidFill>
                  <a:schemeClr val="lt1"/>
                </a:solidFill>
              </a:defRPr>
            </a:lvl9pPr>
          </a:lstStyle>
          <a:p>
            <a:r>
              <a:t>xx%</a:t>
            </a:r>
          </a:p>
        </p:txBody>
      </p:sp>
      <p:sp>
        <p:nvSpPr>
          <p:cNvPr id="78" name="Google Shape;78;p11"/>
          <p:cNvSpPr txBox="1"/>
          <p:nvPr>
            <p:ph idx="1" type="subTitle"/>
          </p:nvPr>
        </p:nvSpPr>
        <p:spPr>
          <a:xfrm>
            <a:off x="1283950" y="3324738"/>
            <a:ext cx="6576000" cy="47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8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04384" y="4673651"/>
            <a:ext cx="548700" cy="393600"/>
          </a:xfrm>
          <a:prstGeom prst="rect">
            <a:avLst/>
          </a:prstGeom>
        </p:spPr>
        <p:txBody>
          <a:bodyPr anchorCtr="0" anchor="t" bIns="91425" lIns="91425" spcFirstLastPara="1" rIns="91425" wrap="square" tIns="91425">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81" name="Shape 81"/>
        <p:cNvGrpSpPr/>
        <p:nvPr/>
      </p:nvGrpSpPr>
      <p:grpSpPr>
        <a:xfrm>
          <a:off x="0" y="0"/>
          <a:ext cx="0" cy="0"/>
          <a:chOff x="0" y="0"/>
          <a:chExt cx="0" cy="0"/>
        </a:xfrm>
      </p:grpSpPr>
      <p:sp>
        <p:nvSpPr>
          <p:cNvPr id="82" name="Google Shape;82;p13"/>
          <p:cNvSpPr txBox="1"/>
          <p:nvPr>
            <p:ph type="title"/>
          </p:nvPr>
        </p:nvSpPr>
        <p:spPr>
          <a:xfrm>
            <a:off x="720000" y="1859235"/>
            <a:ext cx="2336400" cy="425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3" name="Google Shape;83;p13"/>
          <p:cNvSpPr txBox="1"/>
          <p:nvPr>
            <p:ph hasCustomPrompt="1" idx="2" type="title"/>
          </p:nvPr>
        </p:nvSpPr>
        <p:spPr>
          <a:xfrm>
            <a:off x="1250550" y="1263650"/>
            <a:ext cx="1275300" cy="484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3000"/>
              <a:buNone/>
              <a:defRPr b="1" sz="2200">
                <a:solidFill>
                  <a:schemeClr val="accent1"/>
                </a:solidFill>
              </a:defRPr>
            </a:lvl1pPr>
            <a:lvl2pPr lvl="1" rtl="0">
              <a:spcBef>
                <a:spcPts val="0"/>
              </a:spcBef>
              <a:spcAft>
                <a:spcPts val="0"/>
              </a:spcAft>
              <a:buClr>
                <a:schemeClr val="accent2"/>
              </a:buClr>
              <a:buSzPts val="3000"/>
              <a:buNone/>
              <a:defRPr b="1" sz="3000">
                <a:solidFill>
                  <a:schemeClr val="accent2"/>
                </a:solidFill>
              </a:defRPr>
            </a:lvl2pPr>
            <a:lvl3pPr lvl="2" rtl="0">
              <a:spcBef>
                <a:spcPts val="0"/>
              </a:spcBef>
              <a:spcAft>
                <a:spcPts val="0"/>
              </a:spcAft>
              <a:buClr>
                <a:schemeClr val="accent2"/>
              </a:buClr>
              <a:buSzPts val="3000"/>
              <a:buNone/>
              <a:defRPr b="1" sz="3000">
                <a:solidFill>
                  <a:schemeClr val="accent2"/>
                </a:solidFill>
              </a:defRPr>
            </a:lvl3pPr>
            <a:lvl4pPr lvl="3" rtl="0">
              <a:spcBef>
                <a:spcPts val="0"/>
              </a:spcBef>
              <a:spcAft>
                <a:spcPts val="0"/>
              </a:spcAft>
              <a:buClr>
                <a:schemeClr val="accent2"/>
              </a:buClr>
              <a:buSzPts val="3000"/>
              <a:buNone/>
              <a:defRPr b="1" sz="3000">
                <a:solidFill>
                  <a:schemeClr val="accent2"/>
                </a:solidFill>
              </a:defRPr>
            </a:lvl4pPr>
            <a:lvl5pPr lvl="4" rtl="0">
              <a:spcBef>
                <a:spcPts val="0"/>
              </a:spcBef>
              <a:spcAft>
                <a:spcPts val="0"/>
              </a:spcAft>
              <a:buClr>
                <a:schemeClr val="accent2"/>
              </a:buClr>
              <a:buSzPts val="3000"/>
              <a:buNone/>
              <a:defRPr b="1" sz="3000">
                <a:solidFill>
                  <a:schemeClr val="accent2"/>
                </a:solidFill>
              </a:defRPr>
            </a:lvl5pPr>
            <a:lvl6pPr lvl="5" rtl="0">
              <a:spcBef>
                <a:spcPts val="0"/>
              </a:spcBef>
              <a:spcAft>
                <a:spcPts val="0"/>
              </a:spcAft>
              <a:buClr>
                <a:schemeClr val="accent2"/>
              </a:buClr>
              <a:buSzPts val="3000"/>
              <a:buNone/>
              <a:defRPr b="1" sz="3000">
                <a:solidFill>
                  <a:schemeClr val="accent2"/>
                </a:solidFill>
              </a:defRPr>
            </a:lvl6pPr>
            <a:lvl7pPr lvl="6" rtl="0">
              <a:spcBef>
                <a:spcPts val="0"/>
              </a:spcBef>
              <a:spcAft>
                <a:spcPts val="0"/>
              </a:spcAft>
              <a:buClr>
                <a:schemeClr val="accent2"/>
              </a:buClr>
              <a:buSzPts val="3000"/>
              <a:buNone/>
              <a:defRPr b="1" sz="3000">
                <a:solidFill>
                  <a:schemeClr val="accent2"/>
                </a:solidFill>
              </a:defRPr>
            </a:lvl7pPr>
            <a:lvl8pPr lvl="7" rtl="0">
              <a:spcBef>
                <a:spcPts val="0"/>
              </a:spcBef>
              <a:spcAft>
                <a:spcPts val="0"/>
              </a:spcAft>
              <a:buClr>
                <a:schemeClr val="accent2"/>
              </a:buClr>
              <a:buSzPts val="3000"/>
              <a:buNone/>
              <a:defRPr b="1" sz="3000">
                <a:solidFill>
                  <a:schemeClr val="accent2"/>
                </a:solidFill>
              </a:defRPr>
            </a:lvl8pPr>
            <a:lvl9pPr lvl="8" rtl="0">
              <a:spcBef>
                <a:spcPts val="0"/>
              </a:spcBef>
              <a:spcAft>
                <a:spcPts val="0"/>
              </a:spcAft>
              <a:buClr>
                <a:schemeClr val="accent2"/>
              </a:buClr>
              <a:buSzPts val="3000"/>
              <a:buNone/>
              <a:defRPr b="1" sz="3000">
                <a:solidFill>
                  <a:schemeClr val="accent2"/>
                </a:solidFill>
              </a:defRPr>
            </a:lvl9pPr>
          </a:lstStyle>
          <a:p>
            <a:r>
              <a:t>xx%</a:t>
            </a:r>
          </a:p>
        </p:txBody>
      </p:sp>
      <p:sp>
        <p:nvSpPr>
          <p:cNvPr id="84" name="Google Shape;84;p13"/>
          <p:cNvSpPr txBox="1"/>
          <p:nvPr>
            <p:ph idx="1" type="subTitle"/>
          </p:nvPr>
        </p:nvSpPr>
        <p:spPr>
          <a:xfrm>
            <a:off x="720000" y="2329300"/>
            <a:ext cx="2336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Clr>
                <a:schemeClr val="accent2"/>
              </a:buClr>
              <a:buSzPts val="1400"/>
              <a:buNone/>
              <a:defRPr>
                <a:solidFill>
                  <a:schemeClr val="accent2"/>
                </a:solidFill>
              </a:defRPr>
            </a:lvl9pPr>
          </a:lstStyle>
          <a:p/>
        </p:txBody>
      </p:sp>
      <p:sp>
        <p:nvSpPr>
          <p:cNvPr id="85" name="Google Shape;85;p13"/>
          <p:cNvSpPr txBox="1"/>
          <p:nvPr>
            <p:ph idx="3" type="title"/>
          </p:nvPr>
        </p:nvSpPr>
        <p:spPr>
          <a:xfrm>
            <a:off x="3403800" y="1859235"/>
            <a:ext cx="2336400" cy="425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6" name="Google Shape;86;p13"/>
          <p:cNvSpPr txBox="1"/>
          <p:nvPr>
            <p:ph hasCustomPrompt="1" idx="4" type="title"/>
          </p:nvPr>
        </p:nvSpPr>
        <p:spPr>
          <a:xfrm>
            <a:off x="3934350" y="1263650"/>
            <a:ext cx="1275300" cy="484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3000"/>
              <a:buNone/>
              <a:defRPr b="1" sz="2200">
                <a:solidFill>
                  <a:schemeClr val="accent1"/>
                </a:solidFill>
              </a:defRPr>
            </a:lvl1pPr>
            <a:lvl2pPr lvl="1" rtl="0">
              <a:spcBef>
                <a:spcPts val="0"/>
              </a:spcBef>
              <a:spcAft>
                <a:spcPts val="0"/>
              </a:spcAft>
              <a:buClr>
                <a:schemeClr val="accent2"/>
              </a:buClr>
              <a:buSzPts val="3000"/>
              <a:buNone/>
              <a:defRPr b="1" sz="3000">
                <a:solidFill>
                  <a:schemeClr val="accent2"/>
                </a:solidFill>
              </a:defRPr>
            </a:lvl2pPr>
            <a:lvl3pPr lvl="2" rtl="0">
              <a:spcBef>
                <a:spcPts val="0"/>
              </a:spcBef>
              <a:spcAft>
                <a:spcPts val="0"/>
              </a:spcAft>
              <a:buClr>
                <a:schemeClr val="accent2"/>
              </a:buClr>
              <a:buSzPts val="3000"/>
              <a:buNone/>
              <a:defRPr b="1" sz="3000">
                <a:solidFill>
                  <a:schemeClr val="accent2"/>
                </a:solidFill>
              </a:defRPr>
            </a:lvl3pPr>
            <a:lvl4pPr lvl="3" rtl="0">
              <a:spcBef>
                <a:spcPts val="0"/>
              </a:spcBef>
              <a:spcAft>
                <a:spcPts val="0"/>
              </a:spcAft>
              <a:buClr>
                <a:schemeClr val="accent2"/>
              </a:buClr>
              <a:buSzPts val="3000"/>
              <a:buNone/>
              <a:defRPr b="1" sz="3000">
                <a:solidFill>
                  <a:schemeClr val="accent2"/>
                </a:solidFill>
              </a:defRPr>
            </a:lvl4pPr>
            <a:lvl5pPr lvl="4" rtl="0">
              <a:spcBef>
                <a:spcPts val="0"/>
              </a:spcBef>
              <a:spcAft>
                <a:spcPts val="0"/>
              </a:spcAft>
              <a:buClr>
                <a:schemeClr val="accent2"/>
              </a:buClr>
              <a:buSzPts val="3000"/>
              <a:buNone/>
              <a:defRPr b="1" sz="3000">
                <a:solidFill>
                  <a:schemeClr val="accent2"/>
                </a:solidFill>
              </a:defRPr>
            </a:lvl5pPr>
            <a:lvl6pPr lvl="5" rtl="0">
              <a:spcBef>
                <a:spcPts val="0"/>
              </a:spcBef>
              <a:spcAft>
                <a:spcPts val="0"/>
              </a:spcAft>
              <a:buClr>
                <a:schemeClr val="accent2"/>
              </a:buClr>
              <a:buSzPts val="3000"/>
              <a:buNone/>
              <a:defRPr b="1" sz="3000">
                <a:solidFill>
                  <a:schemeClr val="accent2"/>
                </a:solidFill>
              </a:defRPr>
            </a:lvl6pPr>
            <a:lvl7pPr lvl="6" rtl="0">
              <a:spcBef>
                <a:spcPts val="0"/>
              </a:spcBef>
              <a:spcAft>
                <a:spcPts val="0"/>
              </a:spcAft>
              <a:buClr>
                <a:schemeClr val="accent2"/>
              </a:buClr>
              <a:buSzPts val="3000"/>
              <a:buNone/>
              <a:defRPr b="1" sz="3000">
                <a:solidFill>
                  <a:schemeClr val="accent2"/>
                </a:solidFill>
              </a:defRPr>
            </a:lvl7pPr>
            <a:lvl8pPr lvl="7" rtl="0">
              <a:spcBef>
                <a:spcPts val="0"/>
              </a:spcBef>
              <a:spcAft>
                <a:spcPts val="0"/>
              </a:spcAft>
              <a:buClr>
                <a:schemeClr val="accent2"/>
              </a:buClr>
              <a:buSzPts val="3000"/>
              <a:buNone/>
              <a:defRPr b="1" sz="3000">
                <a:solidFill>
                  <a:schemeClr val="accent2"/>
                </a:solidFill>
              </a:defRPr>
            </a:lvl8pPr>
            <a:lvl9pPr lvl="8" rtl="0">
              <a:spcBef>
                <a:spcPts val="0"/>
              </a:spcBef>
              <a:spcAft>
                <a:spcPts val="0"/>
              </a:spcAft>
              <a:buClr>
                <a:schemeClr val="accent2"/>
              </a:buClr>
              <a:buSzPts val="3000"/>
              <a:buNone/>
              <a:defRPr b="1" sz="3000">
                <a:solidFill>
                  <a:schemeClr val="accent2"/>
                </a:solidFill>
              </a:defRPr>
            </a:lvl9pPr>
          </a:lstStyle>
          <a:p>
            <a:r>
              <a:t>xx%</a:t>
            </a:r>
          </a:p>
        </p:txBody>
      </p:sp>
      <p:sp>
        <p:nvSpPr>
          <p:cNvPr id="87" name="Google Shape;87;p13"/>
          <p:cNvSpPr txBox="1"/>
          <p:nvPr>
            <p:ph idx="5" type="subTitle"/>
          </p:nvPr>
        </p:nvSpPr>
        <p:spPr>
          <a:xfrm>
            <a:off x="3403800" y="2329300"/>
            <a:ext cx="2336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Clr>
                <a:schemeClr val="accent2"/>
              </a:buClr>
              <a:buSzPts val="1400"/>
              <a:buNone/>
              <a:defRPr>
                <a:solidFill>
                  <a:schemeClr val="accent2"/>
                </a:solidFill>
              </a:defRPr>
            </a:lvl9pPr>
          </a:lstStyle>
          <a:p/>
        </p:txBody>
      </p:sp>
      <p:sp>
        <p:nvSpPr>
          <p:cNvPr id="88" name="Google Shape;88;p13"/>
          <p:cNvSpPr txBox="1"/>
          <p:nvPr>
            <p:ph idx="6" type="title"/>
          </p:nvPr>
        </p:nvSpPr>
        <p:spPr>
          <a:xfrm>
            <a:off x="6087600" y="1859235"/>
            <a:ext cx="2336400" cy="425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9" name="Google Shape;89;p13"/>
          <p:cNvSpPr txBox="1"/>
          <p:nvPr>
            <p:ph hasCustomPrompt="1" idx="7" type="title"/>
          </p:nvPr>
        </p:nvSpPr>
        <p:spPr>
          <a:xfrm>
            <a:off x="6618150" y="1263650"/>
            <a:ext cx="1275300" cy="484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3000"/>
              <a:buNone/>
              <a:defRPr b="1" sz="2200">
                <a:solidFill>
                  <a:schemeClr val="accent1"/>
                </a:solidFill>
              </a:defRPr>
            </a:lvl1pPr>
            <a:lvl2pPr lvl="1" rtl="0">
              <a:spcBef>
                <a:spcPts val="0"/>
              </a:spcBef>
              <a:spcAft>
                <a:spcPts val="0"/>
              </a:spcAft>
              <a:buClr>
                <a:schemeClr val="accent2"/>
              </a:buClr>
              <a:buSzPts val="3000"/>
              <a:buNone/>
              <a:defRPr b="1" sz="3000">
                <a:solidFill>
                  <a:schemeClr val="accent2"/>
                </a:solidFill>
              </a:defRPr>
            </a:lvl2pPr>
            <a:lvl3pPr lvl="2" rtl="0">
              <a:spcBef>
                <a:spcPts val="0"/>
              </a:spcBef>
              <a:spcAft>
                <a:spcPts val="0"/>
              </a:spcAft>
              <a:buClr>
                <a:schemeClr val="accent2"/>
              </a:buClr>
              <a:buSzPts val="3000"/>
              <a:buNone/>
              <a:defRPr b="1" sz="3000">
                <a:solidFill>
                  <a:schemeClr val="accent2"/>
                </a:solidFill>
              </a:defRPr>
            </a:lvl3pPr>
            <a:lvl4pPr lvl="3" rtl="0">
              <a:spcBef>
                <a:spcPts val="0"/>
              </a:spcBef>
              <a:spcAft>
                <a:spcPts val="0"/>
              </a:spcAft>
              <a:buClr>
                <a:schemeClr val="accent2"/>
              </a:buClr>
              <a:buSzPts val="3000"/>
              <a:buNone/>
              <a:defRPr b="1" sz="3000">
                <a:solidFill>
                  <a:schemeClr val="accent2"/>
                </a:solidFill>
              </a:defRPr>
            </a:lvl4pPr>
            <a:lvl5pPr lvl="4" rtl="0">
              <a:spcBef>
                <a:spcPts val="0"/>
              </a:spcBef>
              <a:spcAft>
                <a:spcPts val="0"/>
              </a:spcAft>
              <a:buClr>
                <a:schemeClr val="accent2"/>
              </a:buClr>
              <a:buSzPts val="3000"/>
              <a:buNone/>
              <a:defRPr b="1" sz="3000">
                <a:solidFill>
                  <a:schemeClr val="accent2"/>
                </a:solidFill>
              </a:defRPr>
            </a:lvl5pPr>
            <a:lvl6pPr lvl="5" rtl="0">
              <a:spcBef>
                <a:spcPts val="0"/>
              </a:spcBef>
              <a:spcAft>
                <a:spcPts val="0"/>
              </a:spcAft>
              <a:buClr>
                <a:schemeClr val="accent2"/>
              </a:buClr>
              <a:buSzPts val="3000"/>
              <a:buNone/>
              <a:defRPr b="1" sz="3000">
                <a:solidFill>
                  <a:schemeClr val="accent2"/>
                </a:solidFill>
              </a:defRPr>
            </a:lvl6pPr>
            <a:lvl7pPr lvl="6" rtl="0">
              <a:spcBef>
                <a:spcPts val="0"/>
              </a:spcBef>
              <a:spcAft>
                <a:spcPts val="0"/>
              </a:spcAft>
              <a:buClr>
                <a:schemeClr val="accent2"/>
              </a:buClr>
              <a:buSzPts val="3000"/>
              <a:buNone/>
              <a:defRPr b="1" sz="3000">
                <a:solidFill>
                  <a:schemeClr val="accent2"/>
                </a:solidFill>
              </a:defRPr>
            </a:lvl7pPr>
            <a:lvl8pPr lvl="7" rtl="0">
              <a:spcBef>
                <a:spcPts val="0"/>
              </a:spcBef>
              <a:spcAft>
                <a:spcPts val="0"/>
              </a:spcAft>
              <a:buClr>
                <a:schemeClr val="accent2"/>
              </a:buClr>
              <a:buSzPts val="3000"/>
              <a:buNone/>
              <a:defRPr b="1" sz="3000">
                <a:solidFill>
                  <a:schemeClr val="accent2"/>
                </a:solidFill>
              </a:defRPr>
            </a:lvl8pPr>
            <a:lvl9pPr lvl="8" rtl="0">
              <a:spcBef>
                <a:spcPts val="0"/>
              </a:spcBef>
              <a:spcAft>
                <a:spcPts val="0"/>
              </a:spcAft>
              <a:buClr>
                <a:schemeClr val="accent2"/>
              </a:buClr>
              <a:buSzPts val="3000"/>
              <a:buNone/>
              <a:defRPr b="1" sz="3000">
                <a:solidFill>
                  <a:schemeClr val="accent2"/>
                </a:solidFill>
              </a:defRPr>
            </a:lvl9pPr>
          </a:lstStyle>
          <a:p>
            <a:r>
              <a:t>xx%</a:t>
            </a:r>
          </a:p>
        </p:txBody>
      </p:sp>
      <p:sp>
        <p:nvSpPr>
          <p:cNvPr id="90" name="Google Shape;90;p13"/>
          <p:cNvSpPr txBox="1"/>
          <p:nvPr>
            <p:ph idx="8" type="subTitle"/>
          </p:nvPr>
        </p:nvSpPr>
        <p:spPr>
          <a:xfrm>
            <a:off x="6087600" y="2329300"/>
            <a:ext cx="2336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Clr>
                <a:schemeClr val="accent2"/>
              </a:buClr>
              <a:buSzPts val="1400"/>
              <a:buNone/>
              <a:defRPr>
                <a:solidFill>
                  <a:schemeClr val="accent2"/>
                </a:solidFill>
              </a:defRPr>
            </a:lvl9pPr>
          </a:lstStyle>
          <a:p/>
        </p:txBody>
      </p:sp>
      <p:sp>
        <p:nvSpPr>
          <p:cNvPr id="91" name="Google Shape;91;p13"/>
          <p:cNvSpPr txBox="1"/>
          <p:nvPr>
            <p:ph idx="9" type="title"/>
          </p:nvPr>
        </p:nvSpPr>
        <p:spPr>
          <a:xfrm>
            <a:off x="2061900" y="3653863"/>
            <a:ext cx="2336400" cy="425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2" name="Google Shape;92;p13"/>
          <p:cNvSpPr txBox="1"/>
          <p:nvPr>
            <p:ph hasCustomPrompt="1" idx="13" type="title"/>
          </p:nvPr>
        </p:nvSpPr>
        <p:spPr>
          <a:xfrm>
            <a:off x="2592450" y="3058048"/>
            <a:ext cx="1275300" cy="484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3000"/>
              <a:buNone/>
              <a:defRPr b="1" sz="2200">
                <a:solidFill>
                  <a:schemeClr val="accent1"/>
                </a:solidFill>
              </a:defRPr>
            </a:lvl1pPr>
            <a:lvl2pPr lvl="1" rtl="0">
              <a:spcBef>
                <a:spcPts val="0"/>
              </a:spcBef>
              <a:spcAft>
                <a:spcPts val="0"/>
              </a:spcAft>
              <a:buClr>
                <a:schemeClr val="accent2"/>
              </a:buClr>
              <a:buSzPts val="3000"/>
              <a:buNone/>
              <a:defRPr b="1" sz="3000">
                <a:solidFill>
                  <a:schemeClr val="accent2"/>
                </a:solidFill>
              </a:defRPr>
            </a:lvl2pPr>
            <a:lvl3pPr lvl="2" rtl="0">
              <a:spcBef>
                <a:spcPts val="0"/>
              </a:spcBef>
              <a:spcAft>
                <a:spcPts val="0"/>
              </a:spcAft>
              <a:buClr>
                <a:schemeClr val="accent2"/>
              </a:buClr>
              <a:buSzPts val="3000"/>
              <a:buNone/>
              <a:defRPr b="1" sz="3000">
                <a:solidFill>
                  <a:schemeClr val="accent2"/>
                </a:solidFill>
              </a:defRPr>
            </a:lvl3pPr>
            <a:lvl4pPr lvl="3" rtl="0">
              <a:spcBef>
                <a:spcPts val="0"/>
              </a:spcBef>
              <a:spcAft>
                <a:spcPts val="0"/>
              </a:spcAft>
              <a:buClr>
                <a:schemeClr val="accent2"/>
              </a:buClr>
              <a:buSzPts val="3000"/>
              <a:buNone/>
              <a:defRPr b="1" sz="3000">
                <a:solidFill>
                  <a:schemeClr val="accent2"/>
                </a:solidFill>
              </a:defRPr>
            </a:lvl4pPr>
            <a:lvl5pPr lvl="4" rtl="0">
              <a:spcBef>
                <a:spcPts val="0"/>
              </a:spcBef>
              <a:spcAft>
                <a:spcPts val="0"/>
              </a:spcAft>
              <a:buClr>
                <a:schemeClr val="accent2"/>
              </a:buClr>
              <a:buSzPts val="3000"/>
              <a:buNone/>
              <a:defRPr b="1" sz="3000">
                <a:solidFill>
                  <a:schemeClr val="accent2"/>
                </a:solidFill>
              </a:defRPr>
            </a:lvl5pPr>
            <a:lvl6pPr lvl="5" rtl="0">
              <a:spcBef>
                <a:spcPts val="0"/>
              </a:spcBef>
              <a:spcAft>
                <a:spcPts val="0"/>
              </a:spcAft>
              <a:buClr>
                <a:schemeClr val="accent2"/>
              </a:buClr>
              <a:buSzPts val="3000"/>
              <a:buNone/>
              <a:defRPr b="1" sz="3000">
                <a:solidFill>
                  <a:schemeClr val="accent2"/>
                </a:solidFill>
              </a:defRPr>
            </a:lvl6pPr>
            <a:lvl7pPr lvl="6" rtl="0">
              <a:spcBef>
                <a:spcPts val="0"/>
              </a:spcBef>
              <a:spcAft>
                <a:spcPts val="0"/>
              </a:spcAft>
              <a:buClr>
                <a:schemeClr val="accent2"/>
              </a:buClr>
              <a:buSzPts val="3000"/>
              <a:buNone/>
              <a:defRPr b="1" sz="3000">
                <a:solidFill>
                  <a:schemeClr val="accent2"/>
                </a:solidFill>
              </a:defRPr>
            </a:lvl7pPr>
            <a:lvl8pPr lvl="7" rtl="0">
              <a:spcBef>
                <a:spcPts val="0"/>
              </a:spcBef>
              <a:spcAft>
                <a:spcPts val="0"/>
              </a:spcAft>
              <a:buClr>
                <a:schemeClr val="accent2"/>
              </a:buClr>
              <a:buSzPts val="3000"/>
              <a:buNone/>
              <a:defRPr b="1" sz="3000">
                <a:solidFill>
                  <a:schemeClr val="accent2"/>
                </a:solidFill>
              </a:defRPr>
            </a:lvl8pPr>
            <a:lvl9pPr lvl="8" rtl="0">
              <a:spcBef>
                <a:spcPts val="0"/>
              </a:spcBef>
              <a:spcAft>
                <a:spcPts val="0"/>
              </a:spcAft>
              <a:buClr>
                <a:schemeClr val="accent2"/>
              </a:buClr>
              <a:buSzPts val="3000"/>
              <a:buNone/>
              <a:defRPr b="1" sz="3000">
                <a:solidFill>
                  <a:schemeClr val="accent2"/>
                </a:solidFill>
              </a:defRPr>
            </a:lvl9pPr>
          </a:lstStyle>
          <a:p>
            <a:r>
              <a:t>xx%</a:t>
            </a:r>
          </a:p>
        </p:txBody>
      </p:sp>
      <p:sp>
        <p:nvSpPr>
          <p:cNvPr id="93" name="Google Shape;93;p13"/>
          <p:cNvSpPr txBox="1"/>
          <p:nvPr>
            <p:ph idx="14" type="subTitle"/>
          </p:nvPr>
        </p:nvSpPr>
        <p:spPr>
          <a:xfrm>
            <a:off x="2061900" y="4123700"/>
            <a:ext cx="2336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Clr>
                <a:schemeClr val="accent2"/>
              </a:buClr>
              <a:buSzPts val="1400"/>
              <a:buNone/>
              <a:defRPr>
                <a:solidFill>
                  <a:schemeClr val="accent2"/>
                </a:solidFill>
              </a:defRPr>
            </a:lvl9pPr>
          </a:lstStyle>
          <a:p/>
        </p:txBody>
      </p:sp>
      <p:sp>
        <p:nvSpPr>
          <p:cNvPr id="94" name="Google Shape;94;p13"/>
          <p:cNvSpPr txBox="1"/>
          <p:nvPr>
            <p:ph idx="15" type="title"/>
          </p:nvPr>
        </p:nvSpPr>
        <p:spPr>
          <a:xfrm>
            <a:off x="4745700" y="3653863"/>
            <a:ext cx="2336400" cy="425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5" name="Google Shape;95;p13"/>
          <p:cNvSpPr txBox="1"/>
          <p:nvPr>
            <p:ph hasCustomPrompt="1" idx="16" type="title"/>
          </p:nvPr>
        </p:nvSpPr>
        <p:spPr>
          <a:xfrm>
            <a:off x="5276250" y="3058048"/>
            <a:ext cx="1275300" cy="484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3000"/>
              <a:buNone/>
              <a:defRPr b="1" sz="2200">
                <a:solidFill>
                  <a:schemeClr val="accent1"/>
                </a:solidFill>
              </a:defRPr>
            </a:lvl1pPr>
            <a:lvl2pPr lvl="1" rtl="0">
              <a:spcBef>
                <a:spcPts val="0"/>
              </a:spcBef>
              <a:spcAft>
                <a:spcPts val="0"/>
              </a:spcAft>
              <a:buClr>
                <a:schemeClr val="accent2"/>
              </a:buClr>
              <a:buSzPts val="3000"/>
              <a:buNone/>
              <a:defRPr b="1" sz="3000">
                <a:solidFill>
                  <a:schemeClr val="accent2"/>
                </a:solidFill>
              </a:defRPr>
            </a:lvl2pPr>
            <a:lvl3pPr lvl="2" rtl="0">
              <a:spcBef>
                <a:spcPts val="0"/>
              </a:spcBef>
              <a:spcAft>
                <a:spcPts val="0"/>
              </a:spcAft>
              <a:buClr>
                <a:schemeClr val="accent2"/>
              </a:buClr>
              <a:buSzPts val="3000"/>
              <a:buNone/>
              <a:defRPr b="1" sz="3000">
                <a:solidFill>
                  <a:schemeClr val="accent2"/>
                </a:solidFill>
              </a:defRPr>
            </a:lvl3pPr>
            <a:lvl4pPr lvl="3" rtl="0">
              <a:spcBef>
                <a:spcPts val="0"/>
              </a:spcBef>
              <a:spcAft>
                <a:spcPts val="0"/>
              </a:spcAft>
              <a:buClr>
                <a:schemeClr val="accent2"/>
              </a:buClr>
              <a:buSzPts val="3000"/>
              <a:buNone/>
              <a:defRPr b="1" sz="3000">
                <a:solidFill>
                  <a:schemeClr val="accent2"/>
                </a:solidFill>
              </a:defRPr>
            </a:lvl4pPr>
            <a:lvl5pPr lvl="4" rtl="0">
              <a:spcBef>
                <a:spcPts val="0"/>
              </a:spcBef>
              <a:spcAft>
                <a:spcPts val="0"/>
              </a:spcAft>
              <a:buClr>
                <a:schemeClr val="accent2"/>
              </a:buClr>
              <a:buSzPts val="3000"/>
              <a:buNone/>
              <a:defRPr b="1" sz="3000">
                <a:solidFill>
                  <a:schemeClr val="accent2"/>
                </a:solidFill>
              </a:defRPr>
            </a:lvl5pPr>
            <a:lvl6pPr lvl="5" rtl="0">
              <a:spcBef>
                <a:spcPts val="0"/>
              </a:spcBef>
              <a:spcAft>
                <a:spcPts val="0"/>
              </a:spcAft>
              <a:buClr>
                <a:schemeClr val="accent2"/>
              </a:buClr>
              <a:buSzPts val="3000"/>
              <a:buNone/>
              <a:defRPr b="1" sz="3000">
                <a:solidFill>
                  <a:schemeClr val="accent2"/>
                </a:solidFill>
              </a:defRPr>
            </a:lvl6pPr>
            <a:lvl7pPr lvl="6" rtl="0">
              <a:spcBef>
                <a:spcPts val="0"/>
              </a:spcBef>
              <a:spcAft>
                <a:spcPts val="0"/>
              </a:spcAft>
              <a:buClr>
                <a:schemeClr val="accent2"/>
              </a:buClr>
              <a:buSzPts val="3000"/>
              <a:buNone/>
              <a:defRPr b="1" sz="3000">
                <a:solidFill>
                  <a:schemeClr val="accent2"/>
                </a:solidFill>
              </a:defRPr>
            </a:lvl7pPr>
            <a:lvl8pPr lvl="7" rtl="0">
              <a:spcBef>
                <a:spcPts val="0"/>
              </a:spcBef>
              <a:spcAft>
                <a:spcPts val="0"/>
              </a:spcAft>
              <a:buClr>
                <a:schemeClr val="accent2"/>
              </a:buClr>
              <a:buSzPts val="3000"/>
              <a:buNone/>
              <a:defRPr b="1" sz="3000">
                <a:solidFill>
                  <a:schemeClr val="accent2"/>
                </a:solidFill>
              </a:defRPr>
            </a:lvl8pPr>
            <a:lvl9pPr lvl="8" rtl="0">
              <a:spcBef>
                <a:spcPts val="0"/>
              </a:spcBef>
              <a:spcAft>
                <a:spcPts val="0"/>
              </a:spcAft>
              <a:buClr>
                <a:schemeClr val="accent2"/>
              </a:buClr>
              <a:buSzPts val="3000"/>
              <a:buNone/>
              <a:defRPr b="1" sz="3000">
                <a:solidFill>
                  <a:schemeClr val="accent2"/>
                </a:solidFill>
              </a:defRPr>
            </a:lvl9pPr>
          </a:lstStyle>
          <a:p>
            <a:r>
              <a:t>xx%</a:t>
            </a:r>
          </a:p>
        </p:txBody>
      </p:sp>
      <p:sp>
        <p:nvSpPr>
          <p:cNvPr id="96" name="Google Shape;96;p13"/>
          <p:cNvSpPr txBox="1"/>
          <p:nvPr>
            <p:ph idx="17" type="subTitle"/>
          </p:nvPr>
        </p:nvSpPr>
        <p:spPr>
          <a:xfrm>
            <a:off x="4745700" y="4123700"/>
            <a:ext cx="2336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Clr>
                <a:schemeClr val="accent2"/>
              </a:buClr>
              <a:buSzPts val="1400"/>
              <a:buNone/>
              <a:defRPr>
                <a:solidFill>
                  <a:schemeClr val="accent2"/>
                </a:solidFill>
              </a:defRPr>
            </a:lvl9pPr>
          </a:lstStyle>
          <a:p/>
        </p:txBody>
      </p:sp>
      <p:sp>
        <p:nvSpPr>
          <p:cNvPr id="97" name="Google Shape;97;p13"/>
          <p:cNvSpPr/>
          <p:nvPr/>
        </p:nvSpPr>
        <p:spPr>
          <a:xfrm rot="-5400000">
            <a:off x="7986250" y="3930450"/>
            <a:ext cx="1226400" cy="11997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 name="Google Shape;98;p13"/>
          <p:cNvGrpSpPr/>
          <p:nvPr/>
        </p:nvGrpSpPr>
        <p:grpSpPr>
          <a:xfrm>
            <a:off x="-481789" y="-358203"/>
            <a:ext cx="2700300" cy="2700300"/>
            <a:chOff x="1165875" y="238125"/>
            <a:chExt cx="4139025" cy="4139025"/>
          </a:xfrm>
        </p:grpSpPr>
        <p:sp>
          <p:nvSpPr>
            <p:cNvPr id="99" name="Google Shape;99;p13"/>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3"/>
          <p:cNvSpPr txBox="1"/>
          <p:nvPr>
            <p:ph idx="18"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accent1"/>
        </a:solidFill>
      </p:bgPr>
    </p:bg>
    <p:spTree>
      <p:nvGrpSpPr>
        <p:cNvPr id="104" name="Shape 104"/>
        <p:cNvGrpSpPr/>
        <p:nvPr/>
      </p:nvGrpSpPr>
      <p:grpSpPr>
        <a:xfrm>
          <a:off x="0" y="0"/>
          <a:ext cx="0" cy="0"/>
          <a:chOff x="0" y="0"/>
          <a:chExt cx="0" cy="0"/>
        </a:xfrm>
      </p:grpSpPr>
      <p:sp>
        <p:nvSpPr>
          <p:cNvPr id="105" name="Google Shape;105;p14"/>
          <p:cNvSpPr txBox="1"/>
          <p:nvPr>
            <p:ph type="title"/>
          </p:nvPr>
        </p:nvSpPr>
        <p:spPr>
          <a:xfrm>
            <a:off x="2096250" y="2805900"/>
            <a:ext cx="4951500" cy="476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p:txBody>
      </p:sp>
      <p:sp>
        <p:nvSpPr>
          <p:cNvPr id="106" name="Google Shape;106;p14"/>
          <p:cNvSpPr txBox="1"/>
          <p:nvPr>
            <p:ph idx="1" type="subTitle"/>
          </p:nvPr>
        </p:nvSpPr>
        <p:spPr>
          <a:xfrm>
            <a:off x="2096250" y="829500"/>
            <a:ext cx="4951500" cy="159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2500"/>
              <a:buNone/>
              <a:defRPr sz="2500">
                <a:solidFill>
                  <a:schemeClr val="lt1"/>
                </a:solidFill>
              </a:defRPr>
            </a:lvl1pPr>
            <a:lvl2pPr lvl="1" rtl="0" algn="ctr">
              <a:lnSpc>
                <a:spcPct val="100000"/>
              </a:lnSpc>
              <a:spcBef>
                <a:spcPts val="0"/>
              </a:spcBef>
              <a:spcAft>
                <a:spcPts val="0"/>
              </a:spcAft>
              <a:buClr>
                <a:schemeClr val="lt1"/>
              </a:buClr>
              <a:buSzPts val="2500"/>
              <a:buNone/>
              <a:defRPr sz="2500">
                <a:solidFill>
                  <a:schemeClr val="lt1"/>
                </a:solidFill>
              </a:defRPr>
            </a:lvl2pPr>
            <a:lvl3pPr lvl="2" rtl="0" algn="ctr">
              <a:lnSpc>
                <a:spcPct val="100000"/>
              </a:lnSpc>
              <a:spcBef>
                <a:spcPts val="0"/>
              </a:spcBef>
              <a:spcAft>
                <a:spcPts val="0"/>
              </a:spcAft>
              <a:buClr>
                <a:schemeClr val="lt1"/>
              </a:buClr>
              <a:buSzPts val="2500"/>
              <a:buNone/>
              <a:defRPr sz="2500">
                <a:solidFill>
                  <a:schemeClr val="lt1"/>
                </a:solidFill>
              </a:defRPr>
            </a:lvl3pPr>
            <a:lvl4pPr lvl="3" rtl="0" algn="ctr">
              <a:lnSpc>
                <a:spcPct val="100000"/>
              </a:lnSpc>
              <a:spcBef>
                <a:spcPts val="0"/>
              </a:spcBef>
              <a:spcAft>
                <a:spcPts val="0"/>
              </a:spcAft>
              <a:buClr>
                <a:schemeClr val="lt1"/>
              </a:buClr>
              <a:buSzPts val="2500"/>
              <a:buNone/>
              <a:defRPr sz="2500">
                <a:solidFill>
                  <a:schemeClr val="lt1"/>
                </a:solidFill>
              </a:defRPr>
            </a:lvl4pPr>
            <a:lvl5pPr lvl="4" rtl="0" algn="ctr">
              <a:lnSpc>
                <a:spcPct val="100000"/>
              </a:lnSpc>
              <a:spcBef>
                <a:spcPts val="0"/>
              </a:spcBef>
              <a:spcAft>
                <a:spcPts val="0"/>
              </a:spcAft>
              <a:buClr>
                <a:schemeClr val="lt1"/>
              </a:buClr>
              <a:buSzPts val="2500"/>
              <a:buNone/>
              <a:defRPr sz="2500">
                <a:solidFill>
                  <a:schemeClr val="lt1"/>
                </a:solidFill>
              </a:defRPr>
            </a:lvl5pPr>
            <a:lvl6pPr lvl="5" rtl="0" algn="ctr">
              <a:lnSpc>
                <a:spcPct val="100000"/>
              </a:lnSpc>
              <a:spcBef>
                <a:spcPts val="0"/>
              </a:spcBef>
              <a:spcAft>
                <a:spcPts val="0"/>
              </a:spcAft>
              <a:buClr>
                <a:schemeClr val="lt1"/>
              </a:buClr>
              <a:buSzPts val="2500"/>
              <a:buNone/>
              <a:defRPr sz="2500">
                <a:solidFill>
                  <a:schemeClr val="lt1"/>
                </a:solidFill>
              </a:defRPr>
            </a:lvl6pPr>
            <a:lvl7pPr lvl="6" rtl="0" algn="ctr">
              <a:lnSpc>
                <a:spcPct val="100000"/>
              </a:lnSpc>
              <a:spcBef>
                <a:spcPts val="0"/>
              </a:spcBef>
              <a:spcAft>
                <a:spcPts val="0"/>
              </a:spcAft>
              <a:buClr>
                <a:schemeClr val="lt1"/>
              </a:buClr>
              <a:buSzPts val="2500"/>
              <a:buNone/>
              <a:defRPr sz="2500">
                <a:solidFill>
                  <a:schemeClr val="lt1"/>
                </a:solidFill>
              </a:defRPr>
            </a:lvl7pPr>
            <a:lvl8pPr lvl="7" rtl="0" algn="ctr">
              <a:lnSpc>
                <a:spcPct val="100000"/>
              </a:lnSpc>
              <a:spcBef>
                <a:spcPts val="0"/>
              </a:spcBef>
              <a:spcAft>
                <a:spcPts val="0"/>
              </a:spcAft>
              <a:buClr>
                <a:schemeClr val="lt1"/>
              </a:buClr>
              <a:buSzPts val="2500"/>
              <a:buNone/>
              <a:defRPr sz="2500">
                <a:solidFill>
                  <a:schemeClr val="lt1"/>
                </a:solidFill>
              </a:defRPr>
            </a:lvl8pPr>
            <a:lvl9pPr lvl="8" rtl="0" algn="ctr">
              <a:lnSpc>
                <a:spcPct val="100000"/>
              </a:lnSpc>
              <a:spcBef>
                <a:spcPts val="0"/>
              </a:spcBef>
              <a:spcAft>
                <a:spcPts val="0"/>
              </a:spcAft>
              <a:buClr>
                <a:schemeClr val="lt1"/>
              </a:buClr>
              <a:buSzPts val="2500"/>
              <a:buNone/>
              <a:defRPr sz="2500">
                <a:solidFill>
                  <a:schemeClr val="lt1"/>
                </a:solidFill>
              </a:defRPr>
            </a:lvl9pPr>
          </a:lstStyle>
          <a:p/>
        </p:txBody>
      </p:sp>
      <p:sp>
        <p:nvSpPr>
          <p:cNvPr id="107" name="Google Shape;107;p14"/>
          <p:cNvSpPr/>
          <p:nvPr/>
        </p:nvSpPr>
        <p:spPr>
          <a:xfrm>
            <a:off x="2559000" y="3737975"/>
            <a:ext cx="4060200" cy="1405500"/>
          </a:xfrm>
          <a:prstGeom prst="triangl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1_1_1">
    <p:spTree>
      <p:nvGrpSpPr>
        <p:cNvPr id="108" name="Shape 108"/>
        <p:cNvGrpSpPr/>
        <p:nvPr/>
      </p:nvGrpSpPr>
      <p:grpSpPr>
        <a:xfrm>
          <a:off x="0" y="0"/>
          <a:ext cx="0" cy="0"/>
          <a:chOff x="0" y="0"/>
          <a:chExt cx="0" cy="0"/>
        </a:xfrm>
      </p:grpSpPr>
      <p:sp>
        <p:nvSpPr>
          <p:cNvPr id="109" name="Google Shape;109;p15"/>
          <p:cNvSpPr/>
          <p:nvPr/>
        </p:nvSpPr>
        <p:spPr>
          <a:xfrm flipH="1">
            <a:off x="5257800" y="1511025"/>
            <a:ext cx="4343400" cy="3680100"/>
          </a:xfrm>
          <a:prstGeom prst="triangle">
            <a:avLst>
              <a:gd fmla="val 81579" name="adj"/>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5"/>
          <p:cNvGrpSpPr/>
          <p:nvPr/>
        </p:nvGrpSpPr>
        <p:grpSpPr>
          <a:xfrm flipH="1">
            <a:off x="5614698" y="50"/>
            <a:ext cx="3529347" cy="3680007"/>
            <a:chOff x="1165875" y="238125"/>
            <a:chExt cx="4139025" cy="4139025"/>
          </a:xfrm>
        </p:grpSpPr>
        <p:sp>
          <p:nvSpPr>
            <p:cNvPr id="111" name="Google Shape;111;p15"/>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15"/>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1_1_3">
    <p:spTree>
      <p:nvGrpSpPr>
        <p:cNvPr id="116" name="Shape 116"/>
        <p:cNvGrpSpPr/>
        <p:nvPr/>
      </p:nvGrpSpPr>
      <p:grpSpPr>
        <a:xfrm>
          <a:off x="0" y="0"/>
          <a:ext cx="0" cy="0"/>
          <a:chOff x="0" y="0"/>
          <a:chExt cx="0" cy="0"/>
        </a:xfrm>
      </p:grpSpPr>
      <p:sp>
        <p:nvSpPr>
          <p:cNvPr id="117" name="Google Shape;117;p16"/>
          <p:cNvSpPr/>
          <p:nvPr/>
        </p:nvSpPr>
        <p:spPr>
          <a:xfrm flipH="1" rot="-5400000">
            <a:off x="7386750" y="366600"/>
            <a:ext cx="2124000" cy="1390800"/>
          </a:xfrm>
          <a:prstGeom prst="rtTriangl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16"/>
          <p:cNvGrpSpPr/>
          <p:nvPr/>
        </p:nvGrpSpPr>
        <p:grpSpPr>
          <a:xfrm flipH="1" rot="10800000">
            <a:off x="-933465" y="1009447"/>
            <a:ext cx="2836474" cy="4134058"/>
            <a:chOff x="1165875" y="238125"/>
            <a:chExt cx="4139025" cy="4139025"/>
          </a:xfrm>
        </p:grpSpPr>
        <p:sp>
          <p:nvSpPr>
            <p:cNvPr id="119" name="Google Shape;119;p16"/>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 name="Google Shape;123;p16"/>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BLANK_1_1_1_3_1">
    <p:spTree>
      <p:nvGrpSpPr>
        <p:cNvPr id="124" name="Shape 124"/>
        <p:cNvGrpSpPr/>
        <p:nvPr/>
      </p:nvGrpSpPr>
      <p:grpSpPr>
        <a:xfrm>
          <a:off x="0" y="0"/>
          <a:ext cx="0" cy="0"/>
          <a:chOff x="0" y="0"/>
          <a:chExt cx="0" cy="0"/>
        </a:xfrm>
      </p:grpSpPr>
      <p:sp>
        <p:nvSpPr>
          <p:cNvPr id="125" name="Google Shape;125;p17"/>
          <p:cNvSpPr/>
          <p:nvPr/>
        </p:nvSpPr>
        <p:spPr>
          <a:xfrm rot="-5400000">
            <a:off x="7763275" y="3763050"/>
            <a:ext cx="1447800" cy="13131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7"/>
          <p:cNvGrpSpPr/>
          <p:nvPr/>
        </p:nvGrpSpPr>
        <p:grpSpPr>
          <a:xfrm>
            <a:off x="66" y="-6"/>
            <a:ext cx="2419260" cy="2444922"/>
            <a:chOff x="1165875" y="238125"/>
            <a:chExt cx="4139025" cy="4139025"/>
          </a:xfrm>
        </p:grpSpPr>
        <p:sp>
          <p:nvSpPr>
            <p:cNvPr id="127" name="Google Shape;127;p17"/>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7"/>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17"/>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BLANK_1_1_1_3_1_1_1">
    <p:spTree>
      <p:nvGrpSpPr>
        <p:cNvPr id="132" name="Shape 132"/>
        <p:cNvGrpSpPr/>
        <p:nvPr/>
      </p:nvGrpSpPr>
      <p:grpSpPr>
        <a:xfrm>
          <a:off x="0" y="0"/>
          <a:ext cx="0" cy="0"/>
          <a:chOff x="0" y="0"/>
          <a:chExt cx="0" cy="0"/>
        </a:xfrm>
      </p:grpSpPr>
      <p:sp>
        <p:nvSpPr>
          <p:cNvPr id="133" name="Google Shape;133;p18"/>
          <p:cNvSpPr/>
          <p:nvPr/>
        </p:nvSpPr>
        <p:spPr>
          <a:xfrm flipH="1" rot="5400000">
            <a:off x="-19125" y="18975"/>
            <a:ext cx="2676600" cy="2638500"/>
          </a:xfrm>
          <a:prstGeom prst="triangle">
            <a:avLst>
              <a:gd fmla="val 100000" name="adj"/>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 name="Google Shape;134;p18"/>
          <p:cNvGrpSpPr/>
          <p:nvPr/>
        </p:nvGrpSpPr>
        <p:grpSpPr>
          <a:xfrm flipH="1">
            <a:off x="6724666" y="-6"/>
            <a:ext cx="2419260" cy="2444922"/>
            <a:chOff x="1165875" y="238125"/>
            <a:chExt cx="4139025" cy="4139025"/>
          </a:xfrm>
        </p:grpSpPr>
        <p:sp>
          <p:nvSpPr>
            <p:cNvPr id="135" name="Google Shape;135;p18"/>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8"/>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8"/>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8"/>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8"/>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BLANK_1_1_1_3_1_1_1_1">
    <p:spTree>
      <p:nvGrpSpPr>
        <p:cNvPr id="140" name="Shape 140"/>
        <p:cNvGrpSpPr/>
        <p:nvPr/>
      </p:nvGrpSpPr>
      <p:grpSpPr>
        <a:xfrm>
          <a:off x="0" y="0"/>
          <a:ext cx="0" cy="0"/>
          <a:chOff x="0" y="0"/>
          <a:chExt cx="0" cy="0"/>
        </a:xfrm>
      </p:grpSpPr>
      <p:sp>
        <p:nvSpPr>
          <p:cNvPr id="141" name="Google Shape;141;p19"/>
          <p:cNvSpPr/>
          <p:nvPr/>
        </p:nvSpPr>
        <p:spPr>
          <a:xfrm rot="5400000">
            <a:off x="-88422" y="88352"/>
            <a:ext cx="1900800" cy="17241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 name="Google Shape;142;p19"/>
          <p:cNvGrpSpPr/>
          <p:nvPr/>
        </p:nvGrpSpPr>
        <p:grpSpPr>
          <a:xfrm>
            <a:off x="7277570" y="3112203"/>
            <a:ext cx="2401776" cy="2426608"/>
            <a:chOff x="7506170" y="3264603"/>
            <a:chExt cx="2401776" cy="2426608"/>
          </a:xfrm>
        </p:grpSpPr>
        <p:sp>
          <p:nvSpPr>
            <p:cNvPr id="143" name="Google Shape;143;p19"/>
            <p:cNvSpPr/>
            <p:nvPr/>
          </p:nvSpPr>
          <p:spPr>
            <a:xfrm rot="10800000">
              <a:off x="7506170" y="3264603"/>
              <a:ext cx="2401776" cy="2426608"/>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9"/>
            <p:cNvSpPr/>
            <p:nvPr/>
          </p:nvSpPr>
          <p:spPr>
            <a:xfrm rot="10800000">
              <a:off x="8267023" y="4033322"/>
              <a:ext cx="1640924" cy="1657889"/>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
            <p:cNvSpPr/>
            <p:nvPr/>
          </p:nvSpPr>
          <p:spPr>
            <a:xfrm rot="10800000">
              <a:off x="9027875" y="4802041"/>
              <a:ext cx="880071" cy="889170"/>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 name="Google Shape;146;p19"/>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47" name="Shape 147"/>
        <p:cNvGrpSpPr/>
        <p:nvPr/>
      </p:nvGrpSpPr>
      <p:grpSpPr>
        <a:xfrm>
          <a:off x="0" y="0"/>
          <a:ext cx="0" cy="0"/>
          <a:chOff x="0" y="0"/>
          <a:chExt cx="0" cy="0"/>
        </a:xfrm>
      </p:grpSpPr>
      <p:sp>
        <p:nvSpPr>
          <p:cNvPr id="148" name="Google Shape;148;p20"/>
          <p:cNvSpPr txBox="1"/>
          <p:nvPr>
            <p:ph idx="1" type="subTitle"/>
          </p:nvPr>
        </p:nvSpPr>
        <p:spPr>
          <a:xfrm>
            <a:off x="881925" y="1981475"/>
            <a:ext cx="5042700" cy="2236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3"/>
              </a:buClr>
              <a:buSzPts val="1400"/>
              <a:buChar char="●"/>
              <a:defRPr/>
            </a:lvl1pPr>
            <a:lvl2pPr lvl="1" rtl="0" algn="ctr">
              <a:lnSpc>
                <a:spcPct val="100000"/>
              </a:lnSpc>
              <a:spcBef>
                <a:spcPts val="100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149" name="Google Shape;149;p20"/>
          <p:cNvSpPr txBox="1"/>
          <p:nvPr>
            <p:ph type="title"/>
          </p:nvPr>
        </p:nvSpPr>
        <p:spPr>
          <a:xfrm>
            <a:off x="958125" y="1213975"/>
            <a:ext cx="74709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0" name="Google Shape;150;p20"/>
          <p:cNvSpPr/>
          <p:nvPr/>
        </p:nvSpPr>
        <p:spPr>
          <a:xfrm rot="-4706904">
            <a:off x="4086553" y="-4603432"/>
            <a:ext cx="1841194" cy="9018465"/>
          </a:xfrm>
          <a:prstGeom prst="rtTriangl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0"/>
          <p:cNvSpPr/>
          <p:nvPr/>
        </p:nvSpPr>
        <p:spPr>
          <a:xfrm flipH="1" rot="9763043">
            <a:off x="7524819" y="2819047"/>
            <a:ext cx="4423657" cy="2535960"/>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0"/>
          <p:cNvSpPr/>
          <p:nvPr/>
        </p:nvSpPr>
        <p:spPr>
          <a:xfrm flipH="1" rot="9763043">
            <a:off x="6878710" y="3639917"/>
            <a:ext cx="3022298" cy="1732599"/>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0"/>
          <p:cNvSpPr/>
          <p:nvPr/>
        </p:nvSpPr>
        <p:spPr>
          <a:xfrm flipH="1" rot="9762779">
            <a:off x="6289023" y="4471422"/>
            <a:ext cx="1727129" cy="989752"/>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0"/>
          <p:cNvSpPr/>
          <p:nvPr/>
        </p:nvSpPr>
        <p:spPr>
          <a:xfrm flipH="1" rot="9763043">
            <a:off x="8225666" y="1981154"/>
            <a:ext cx="5825016" cy="3339320"/>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155" name="Shape 155"/>
        <p:cNvGrpSpPr/>
        <p:nvPr/>
      </p:nvGrpSpPr>
      <p:grpSpPr>
        <a:xfrm>
          <a:off x="0" y="0"/>
          <a:ext cx="0" cy="0"/>
          <a:chOff x="0" y="0"/>
          <a:chExt cx="0" cy="0"/>
        </a:xfrm>
      </p:grpSpPr>
      <p:sp>
        <p:nvSpPr>
          <p:cNvPr id="156" name="Google Shape;156;p21"/>
          <p:cNvSpPr txBox="1"/>
          <p:nvPr>
            <p:ph idx="1" type="subTitle"/>
          </p:nvPr>
        </p:nvSpPr>
        <p:spPr>
          <a:xfrm>
            <a:off x="715100" y="1724600"/>
            <a:ext cx="3339900" cy="196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7" name="Google Shape;157;p21"/>
          <p:cNvSpPr txBox="1"/>
          <p:nvPr>
            <p:ph type="title"/>
          </p:nvPr>
        </p:nvSpPr>
        <p:spPr>
          <a:xfrm>
            <a:off x="715100" y="1151900"/>
            <a:ext cx="4107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58" name="Google Shape;158;p21"/>
          <p:cNvSpPr/>
          <p:nvPr/>
        </p:nvSpPr>
        <p:spPr>
          <a:xfrm rot="10678068">
            <a:off x="4161793" y="-385568"/>
            <a:ext cx="5109814" cy="5838371"/>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9" name="Google Shape;159;p21"/>
          <p:cNvGrpSpPr/>
          <p:nvPr/>
        </p:nvGrpSpPr>
        <p:grpSpPr>
          <a:xfrm rot="2700000">
            <a:off x="3390355" y="3086853"/>
            <a:ext cx="4170009" cy="4170009"/>
            <a:chOff x="1165875" y="238125"/>
            <a:chExt cx="4139025" cy="4139025"/>
          </a:xfrm>
        </p:grpSpPr>
        <p:sp>
          <p:nvSpPr>
            <p:cNvPr id="160" name="Google Shape;160;p21"/>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1"/>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1"/>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1"/>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_1">
    <p:spTree>
      <p:nvGrpSpPr>
        <p:cNvPr id="164" name="Shape 164"/>
        <p:cNvGrpSpPr/>
        <p:nvPr/>
      </p:nvGrpSpPr>
      <p:grpSpPr>
        <a:xfrm>
          <a:off x="0" y="0"/>
          <a:ext cx="0" cy="0"/>
          <a:chOff x="0" y="0"/>
          <a:chExt cx="0" cy="0"/>
        </a:xfrm>
      </p:grpSpPr>
      <p:sp>
        <p:nvSpPr>
          <p:cNvPr id="165" name="Google Shape;165;p22"/>
          <p:cNvSpPr txBox="1"/>
          <p:nvPr>
            <p:ph idx="1" type="subTitle"/>
          </p:nvPr>
        </p:nvSpPr>
        <p:spPr>
          <a:xfrm>
            <a:off x="4781075" y="2217063"/>
            <a:ext cx="3339900" cy="1676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166" name="Google Shape;166;p22"/>
          <p:cNvSpPr txBox="1"/>
          <p:nvPr>
            <p:ph type="title"/>
          </p:nvPr>
        </p:nvSpPr>
        <p:spPr>
          <a:xfrm>
            <a:off x="4780975" y="1250038"/>
            <a:ext cx="3339900" cy="966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500"/>
              <a:buNone/>
              <a:defRPr sz="2700"/>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
        <p:nvSpPr>
          <p:cNvPr id="167" name="Google Shape;167;p22"/>
          <p:cNvSpPr/>
          <p:nvPr/>
        </p:nvSpPr>
        <p:spPr>
          <a:xfrm>
            <a:off x="0" y="0"/>
            <a:ext cx="5295900" cy="5172000"/>
          </a:xfrm>
          <a:prstGeom prst="rtTriangl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 name="Google Shape;168;p22"/>
          <p:cNvGrpSpPr/>
          <p:nvPr/>
        </p:nvGrpSpPr>
        <p:grpSpPr>
          <a:xfrm rot="5400000">
            <a:off x="-139206" y="-908884"/>
            <a:ext cx="3189947" cy="3189947"/>
            <a:chOff x="1165875" y="238125"/>
            <a:chExt cx="4139025" cy="4139025"/>
          </a:xfrm>
        </p:grpSpPr>
        <p:sp>
          <p:nvSpPr>
            <p:cNvPr id="169" name="Google Shape;169;p22"/>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2"/>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2"/>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2"/>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 name="Google Shape;173;p22"/>
          <p:cNvSpPr/>
          <p:nvPr/>
        </p:nvSpPr>
        <p:spPr>
          <a:xfrm rot="10800000">
            <a:off x="7324800" y="75"/>
            <a:ext cx="1819200" cy="17796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_1_1">
    <p:spTree>
      <p:nvGrpSpPr>
        <p:cNvPr id="174" name="Shape 174"/>
        <p:cNvGrpSpPr/>
        <p:nvPr/>
      </p:nvGrpSpPr>
      <p:grpSpPr>
        <a:xfrm>
          <a:off x="0" y="0"/>
          <a:ext cx="0" cy="0"/>
          <a:chOff x="0" y="0"/>
          <a:chExt cx="0" cy="0"/>
        </a:xfrm>
      </p:grpSpPr>
      <p:sp>
        <p:nvSpPr>
          <p:cNvPr id="175" name="Google Shape;175;p23"/>
          <p:cNvSpPr txBox="1"/>
          <p:nvPr>
            <p:ph idx="1" type="subTitle"/>
          </p:nvPr>
        </p:nvSpPr>
        <p:spPr>
          <a:xfrm>
            <a:off x="4860400" y="2105600"/>
            <a:ext cx="3339900" cy="1676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176" name="Google Shape;176;p23"/>
          <p:cNvSpPr txBox="1"/>
          <p:nvPr>
            <p:ph type="title"/>
          </p:nvPr>
        </p:nvSpPr>
        <p:spPr>
          <a:xfrm>
            <a:off x="4860400" y="1543875"/>
            <a:ext cx="3339900" cy="5616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500"/>
              <a:buNone/>
              <a:defRPr sz="2700"/>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
        <p:nvSpPr>
          <p:cNvPr id="177" name="Google Shape;177;p23"/>
          <p:cNvSpPr/>
          <p:nvPr/>
        </p:nvSpPr>
        <p:spPr>
          <a:xfrm>
            <a:off x="0" y="0"/>
            <a:ext cx="5295900" cy="5172000"/>
          </a:xfrm>
          <a:prstGeom prst="rtTriangl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8" name="Google Shape;178;p23"/>
          <p:cNvGrpSpPr/>
          <p:nvPr/>
        </p:nvGrpSpPr>
        <p:grpSpPr>
          <a:xfrm rot="5400000">
            <a:off x="6309219" y="-678972"/>
            <a:ext cx="3189947" cy="3189947"/>
            <a:chOff x="1165875" y="238125"/>
            <a:chExt cx="4139025" cy="4139025"/>
          </a:xfrm>
        </p:grpSpPr>
        <p:sp>
          <p:nvSpPr>
            <p:cNvPr id="179" name="Google Shape;179;p23"/>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3"/>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3"/>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3"/>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_1_1_1">
    <p:spTree>
      <p:nvGrpSpPr>
        <p:cNvPr id="183" name="Shape 183"/>
        <p:cNvGrpSpPr/>
        <p:nvPr/>
      </p:nvGrpSpPr>
      <p:grpSpPr>
        <a:xfrm>
          <a:off x="0" y="0"/>
          <a:ext cx="0" cy="0"/>
          <a:chOff x="0" y="0"/>
          <a:chExt cx="0" cy="0"/>
        </a:xfrm>
      </p:grpSpPr>
      <p:sp>
        <p:nvSpPr>
          <p:cNvPr id="184" name="Google Shape;184;p24"/>
          <p:cNvSpPr txBox="1"/>
          <p:nvPr>
            <p:ph idx="1" type="body"/>
          </p:nvPr>
        </p:nvSpPr>
        <p:spPr>
          <a:xfrm>
            <a:off x="3505200" y="1295300"/>
            <a:ext cx="4918800" cy="33132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2"/>
              </a:buClr>
              <a:buSzPts val="1400"/>
              <a:buChar char="●"/>
              <a:defRPr sz="1400"/>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grpSp>
        <p:nvGrpSpPr>
          <p:cNvPr id="185" name="Google Shape;185;p24"/>
          <p:cNvGrpSpPr/>
          <p:nvPr/>
        </p:nvGrpSpPr>
        <p:grpSpPr>
          <a:xfrm flipH="1" rot="-9964430">
            <a:off x="-253506" y="-1017408"/>
            <a:ext cx="3970980" cy="3970980"/>
            <a:chOff x="1165875" y="238125"/>
            <a:chExt cx="4139025" cy="4139025"/>
          </a:xfrm>
        </p:grpSpPr>
        <p:sp>
          <p:nvSpPr>
            <p:cNvPr id="186" name="Google Shape;186;p24"/>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4"/>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4"/>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4"/>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0" name="Google Shape;190;p24"/>
          <p:cNvSpPr/>
          <p:nvPr/>
        </p:nvSpPr>
        <p:spPr>
          <a:xfrm flipH="1">
            <a:off x="0" y="3200400"/>
            <a:ext cx="9144000" cy="1943100"/>
          </a:xfrm>
          <a:prstGeom prst="triangle">
            <a:avLst>
              <a:gd fmla="val 10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4"/>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500"/>
              <a:buNone/>
              <a:defRPr sz="2700"/>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_1_1_1_1">
    <p:spTree>
      <p:nvGrpSpPr>
        <p:cNvPr id="192" name="Shape 192"/>
        <p:cNvGrpSpPr/>
        <p:nvPr/>
      </p:nvGrpSpPr>
      <p:grpSpPr>
        <a:xfrm>
          <a:off x="0" y="0"/>
          <a:ext cx="0" cy="0"/>
          <a:chOff x="0" y="0"/>
          <a:chExt cx="0" cy="0"/>
        </a:xfrm>
      </p:grpSpPr>
      <p:sp>
        <p:nvSpPr>
          <p:cNvPr id="193" name="Google Shape;193;p25"/>
          <p:cNvSpPr txBox="1"/>
          <p:nvPr>
            <p:ph idx="1" type="subTitle"/>
          </p:nvPr>
        </p:nvSpPr>
        <p:spPr>
          <a:xfrm>
            <a:off x="986975" y="2345388"/>
            <a:ext cx="3089100" cy="107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atin typeface="Lato"/>
                <a:ea typeface="Lato"/>
                <a:cs typeface="Lato"/>
                <a:sym typeface="La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94" name="Google Shape;194;p25"/>
          <p:cNvSpPr txBox="1"/>
          <p:nvPr>
            <p:ph type="title"/>
          </p:nvPr>
        </p:nvSpPr>
        <p:spPr>
          <a:xfrm>
            <a:off x="986975" y="1452900"/>
            <a:ext cx="3089100" cy="8925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5" name="Google Shape;195;p25"/>
          <p:cNvSpPr/>
          <p:nvPr/>
        </p:nvSpPr>
        <p:spPr>
          <a:xfrm flipH="1" rot="10800000">
            <a:off x="0" y="-28200"/>
            <a:ext cx="2276400" cy="22266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5"/>
          <p:cNvSpPr/>
          <p:nvPr/>
        </p:nvSpPr>
        <p:spPr>
          <a:xfrm flipH="1">
            <a:off x="2952900" y="-85725"/>
            <a:ext cx="6191100" cy="5282400"/>
          </a:xfrm>
          <a:prstGeom prst="rtTriangl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1_1_1_1_1_2">
    <p:spTree>
      <p:nvGrpSpPr>
        <p:cNvPr id="197" name="Shape 197"/>
        <p:cNvGrpSpPr/>
        <p:nvPr/>
      </p:nvGrpSpPr>
      <p:grpSpPr>
        <a:xfrm>
          <a:off x="0" y="0"/>
          <a:ext cx="0" cy="0"/>
          <a:chOff x="0" y="0"/>
          <a:chExt cx="0" cy="0"/>
        </a:xfrm>
      </p:grpSpPr>
      <p:grpSp>
        <p:nvGrpSpPr>
          <p:cNvPr id="198" name="Google Shape;198;p26"/>
          <p:cNvGrpSpPr/>
          <p:nvPr/>
        </p:nvGrpSpPr>
        <p:grpSpPr>
          <a:xfrm>
            <a:off x="7329364" y="3150304"/>
            <a:ext cx="2199066" cy="2221803"/>
            <a:chOff x="7506170" y="3264603"/>
            <a:chExt cx="2401776" cy="2426608"/>
          </a:xfrm>
        </p:grpSpPr>
        <p:sp>
          <p:nvSpPr>
            <p:cNvPr id="199" name="Google Shape;199;p26"/>
            <p:cNvSpPr/>
            <p:nvPr/>
          </p:nvSpPr>
          <p:spPr>
            <a:xfrm rot="10800000">
              <a:off x="7506170" y="3264603"/>
              <a:ext cx="2401776" cy="2426608"/>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6"/>
            <p:cNvSpPr/>
            <p:nvPr/>
          </p:nvSpPr>
          <p:spPr>
            <a:xfrm rot="10800000">
              <a:off x="8267023" y="4033322"/>
              <a:ext cx="1640924" cy="1657889"/>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6"/>
            <p:cNvSpPr/>
            <p:nvPr/>
          </p:nvSpPr>
          <p:spPr>
            <a:xfrm rot="10800000">
              <a:off x="9027875" y="4802041"/>
              <a:ext cx="880071" cy="889170"/>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26"/>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_1_1_1_1_1">
    <p:spTree>
      <p:nvGrpSpPr>
        <p:cNvPr id="203" name="Shape 203"/>
        <p:cNvGrpSpPr/>
        <p:nvPr/>
      </p:nvGrpSpPr>
      <p:grpSpPr>
        <a:xfrm>
          <a:off x="0" y="0"/>
          <a:ext cx="0" cy="0"/>
          <a:chOff x="0" y="0"/>
          <a:chExt cx="0" cy="0"/>
        </a:xfrm>
      </p:grpSpPr>
      <p:sp>
        <p:nvSpPr>
          <p:cNvPr id="204" name="Google Shape;204;p27"/>
          <p:cNvSpPr txBox="1"/>
          <p:nvPr>
            <p:ph type="title"/>
          </p:nvPr>
        </p:nvSpPr>
        <p:spPr>
          <a:xfrm>
            <a:off x="1509718" y="2406175"/>
            <a:ext cx="2867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5" name="Google Shape;205;p27"/>
          <p:cNvSpPr txBox="1"/>
          <p:nvPr>
            <p:ph idx="1" type="subTitle"/>
          </p:nvPr>
        </p:nvSpPr>
        <p:spPr>
          <a:xfrm>
            <a:off x="1509718" y="2916500"/>
            <a:ext cx="28671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6" name="Google Shape;206;p27"/>
          <p:cNvSpPr txBox="1"/>
          <p:nvPr>
            <p:ph idx="2" type="title"/>
          </p:nvPr>
        </p:nvSpPr>
        <p:spPr>
          <a:xfrm>
            <a:off x="4767280" y="2406175"/>
            <a:ext cx="2867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7" name="Google Shape;207;p27"/>
          <p:cNvSpPr txBox="1"/>
          <p:nvPr>
            <p:ph idx="3" type="subTitle"/>
          </p:nvPr>
        </p:nvSpPr>
        <p:spPr>
          <a:xfrm>
            <a:off x="4767280" y="2916500"/>
            <a:ext cx="28671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8" name="Google Shape;208;p27"/>
          <p:cNvSpPr/>
          <p:nvPr/>
        </p:nvSpPr>
        <p:spPr>
          <a:xfrm>
            <a:off x="0" y="3562500"/>
            <a:ext cx="9144000" cy="1581000"/>
          </a:xfrm>
          <a:prstGeom prst="triangle">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 name="Google Shape;209;p27"/>
          <p:cNvGrpSpPr/>
          <p:nvPr/>
        </p:nvGrpSpPr>
        <p:grpSpPr>
          <a:xfrm>
            <a:off x="23" y="4"/>
            <a:ext cx="2114628" cy="2114628"/>
            <a:chOff x="1165875" y="238125"/>
            <a:chExt cx="4139025" cy="4139025"/>
          </a:xfrm>
        </p:grpSpPr>
        <p:sp>
          <p:nvSpPr>
            <p:cNvPr id="210" name="Google Shape;210;p27"/>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 name="Google Shape;214;p27"/>
          <p:cNvSpPr txBox="1"/>
          <p:nvPr>
            <p:ph idx="4"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15" name="Shape 215"/>
        <p:cNvGrpSpPr/>
        <p:nvPr/>
      </p:nvGrpSpPr>
      <p:grpSpPr>
        <a:xfrm>
          <a:off x="0" y="0"/>
          <a:ext cx="0" cy="0"/>
          <a:chOff x="0" y="0"/>
          <a:chExt cx="0" cy="0"/>
        </a:xfrm>
      </p:grpSpPr>
      <p:sp>
        <p:nvSpPr>
          <p:cNvPr id="216" name="Google Shape;216;p28"/>
          <p:cNvSpPr txBox="1"/>
          <p:nvPr>
            <p:ph type="title"/>
          </p:nvPr>
        </p:nvSpPr>
        <p:spPr>
          <a:xfrm>
            <a:off x="720000" y="2361163"/>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2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7" name="Google Shape;217;p28"/>
          <p:cNvSpPr txBox="1"/>
          <p:nvPr>
            <p:ph idx="1" type="subTitle"/>
          </p:nvPr>
        </p:nvSpPr>
        <p:spPr>
          <a:xfrm>
            <a:off x="553150" y="2829000"/>
            <a:ext cx="2670000" cy="802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8" name="Google Shape;218;p28"/>
          <p:cNvSpPr txBox="1"/>
          <p:nvPr>
            <p:ph idx="2" type="title"/>
          </p:nvPr>
        </p:nvSpPr>
        <p:spPr>
          <a:xfrm>
            <a:off x="3403800" y="2361163"/>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2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 name="Google Shape;219;p28"/>
          <p:cNvSpPr txBox="1"/>
          <p:nvPr>
            <p:ph idx="3" type="subTitle"/>
          </p:nvPr>
        </p:nvSpPr>
        <p:spPr>
          <a:xfrm>
            <a:off x="3237000" y="2829000"/>
            <a:ext cx="2670000" cy="802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0" name="Google Shape;220;p28"/>
          <p:cNvSpPr txBox="1"/>
          <p:nvPr>
            <p:ph idx="4" type="title"/>
          </p:nvPr>
        </p:nvSpPr>
        <p:spPr>
          <a:xfrm>
            <a:off x="6087600" y="2361163"/>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2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1" name="Google Shape;221;p28"/>
          <p:cNvSpPr txBox="1"/>
          <p:nvPr>
            <p:ph idx="5" type="subTitle"/>
          </p:nvPr>
        </p:nvSpPr>
        <p:spPr>
          <a:xfrm>
            <a:off x="5920800" y="2829000"/>
            <a:ext cx="2670000" cy="802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2" name="Google Shape;222;p28"/>
          <p:cNvSpPr/>
          <p:nvPr/>
        </p:nvSpPr>
        <p:spPr>
          <a:xfrm>
            <a:off x="0" y="4145175"/>
            <a:ext cx="8499600" cy="998400"/>
          </a:xfrm>
          <a:prstGeom prst="triangle">
            <a:avLst>
              <a:gd fmla="val 82158"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8"/>
          <p:cNvSpPr/>
          <p:nvPr/>
        </p:nvSpPr>
        <p:spPr>
          <a:xfrm rot="5400000">
            <a:off x="19050" y="-19050"/>
            <a:ext cx="1276500" cy="1314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28"/>
          <p:cNvGrpSpPr/>
          <p:nvPr/>
        </p:nvGrpSpPr>
        <p:grpSpPr>
          <a:xfrm flipH="1" rot="-765504">
            <a:off x="7890255" y="3609921"/>
            <a:ext cx="3529148" cy="3680172"/>
            <a:chOff x="1165875" y="238125"/>
            <a:chExt cx="4139025" cy="4139025"/>
          </a:xfrm>
        </p:grpSpPr>
        <p:sp>
          <p:nvSpPr>
            <p:cNvPr id="225" name="Google Shape;225;p28"/>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8"/>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8"/>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8"/>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 name="Google Shape;229;p28"/>
          <p:cNvSpPr txBox="1"/>
          <p:nvPr>
            <p:ph idx="6"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230" name="Shape 230"/>
        <p:cNvGrpSpPr/>
        <p:nvPr/>
      </p:nvGrpSpPr>
      <p:grpSpPr>
        <a:xfrm>
          <a:off x="0" y="0"/>
          <a:ext cx="0" cy="0"/>
          <a:chOff x="0" y="0"/>
          <a:chExt cx="0" cy="0"/>
        </a:xfrm>
      </p:grpSpPr>
      <p:sp>
        <p:nvSpPr>
          <p:cNvPr id="231" name="Google Shape;231;p29"/>
          <p:cNvSpPr txBox="1"/>
          <p:nvPr>
            <p:ph type="title"/>
          </p:nvPr>
        </p:nvSpPr>
        <p:spPr>
          <a:xfrm>
            <a:off x="720000" y="3075350"/>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2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2" name="Google Shape;232;p29"/>
          <p:cNvSpPr txBox="1"/>
          <p:nvPr>
            <p:ph idx="1" type="subTitle"/>
          </p:nvPr>
        </p:nvSpPr>
        <p:spPr>
          <a:xfrm>
            <a:off x="720000" y="3661888"/>
            <a:ext cx="2336400" cy="75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3" name="Google Shape;233;p29"/>
          <p:cNvSpPr txBox="1"/>
          <p:nvPr>
            <p:ph idx="2" type="title"/>
          </p:nvPr>
        </p:nvSpPr>
        <p:spPr>
          <a:xfrm>
            <a:off x="3403800" y="3075350"/>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2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4" name="Google Shape;234;p29"/>
          <p:cNvSpPr txBox="1"/>
          <p:nvPr>
            <p:ph idx="3" type="subTitle"/>
          </p:nvPr>
        </p:nvSpPr>
        <p:spPr>
          <a:xfrm>
            <a:off x="3403800" y="3661888"/>
            <a:ext cx="2336400" cy="75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5" name="Google Shape;235;p29"/>
          <p:cNvSpPr txBox="1"/>
          <p:nvPr>
            <p:ph idx="4" type="title"/>
          </p:nvPr>
        </p:nvSpPr>
        <p:spPr>
          <a:xfrm>
            <a:off x="6090050" y="3075350"/>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2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6" name="Google Shape;236;p29"/>
          <p:cNvSpPr txBox="1"/>
          <p:nvPr>
            <p:ph idx="5" type="subTitle"/>
          </p:nvPr>
        </p:nvSpPr>
        <p:spPr>
          <a:xfrm>
            <a:off x="6090050" y="3661888"/>
            <a:ext cx="2336400" cy="75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7" name="Google Shape;237;p29"/>
          <p:cNvSpPr txBox="1"/>
          <p:nvPr>
            <p:ph idx="6"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238" name="Shape 238"/>
        <p:cNvGrpSpPr/>
        <p:nvPr/>
      </p:nvGrpSpPr>
      <p:grpSpPr>
        <a:xfrm>
          <a:off x="0" y="0"/>
          <a:ext cx="0" cy="0"/>
          <a:chOff x="0" y="0"/>
          <a:chExt cx="0" cy="0"/>
        </a:xfrm>
      </p:grpSpPr>
      <p:sp>
        <p:nvSpPr>
          <p:cNvPr id="239" name="Google Shape;239;p30"/>
          <p:cNvSpPr txBox="1"/>
          <p:nvPr>
            <p:ph type="title"/>
          </p:nvPr>
        </p:nvSpPr>
        <p:spPr>
          <a:xfrm>
            <a:off x="1310163" y="1835250"/>
            <a:ext cx="2867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0" name="Google Shape;240;p30"/>
          <p:cNvSpPr txBox="1"/>
          <p:nvPr>
            <p:ph idx="1" type="subTitle"/>
          </p:nvPr>
        </p:nvSpPr>
        <p:spPr>
          <a:xfrm>
            <a:off x="1310163" y="2345575"/>
            <a:ext cx="28671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1" name="Google Shape;241;p30"/>
          <p:cNvSpPr txBox="1"/>
          <p:nvPr>
            <p:ph idx="2" type="title"/>
          </p:nvPr>
        </p:nvSpPr>
        <p:spPr>
          <a:xfrm>
            <a:off x="4966743" y="1835250"/>
            <a:ext cx="2867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2" name="Google Shape;242;p30"/>
          <p:cNvSpPr txBox="1"/>
          <p:nvPr>
            <p:ph idx="3" type="subTitle"/>
          </p:nvPr>
        </p:nvSpPr>
        <p:spPr>
          <a:xfrm>
            <a:off x="4966743" y="2345575"/>
            <a:ext cx="28671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3" name="Google Shape;243;p30"/>
          <p:cNvSpPr txBox="1"/>
          <p:nvPr>
            <p:ph idx="4" type="title"/>
          </p:nvPr>
        </p:nvSpPr>
        <p:spPr>
          <a:xfrm>
            <a:off x="1310150" y="3613375"/>
            <a:ext cx="2867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4" name="Google Shape;244;p30"/>
          <p:cNvSpPr txBox="1"/>
          <p:nvPr>
            <p:ph idx="5" type="subTitle"/>
          </p:nvPr>
        </p:nvSpPr>
        <p:spPr>
          <a:xfrm>
            <a:off x="1310150" y="4123700"/>
            <a:ext cx="28671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5" name="Google Shape;245;p30"/>
          <p:cNvSpPr txBox="1"/>
          <p:nvPr>
            <p:ph idx="6" type="title"/>
          </p:nvPr>
        </p:nvSpPr>
        <p:spPr>
          <a:xfrm>
            <a:off x="4966730" y="3613375"/>
            <a:ext cx="2867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6" name="Google Shape;246;p30"/>
          <p:cNvSpPr txBox="1"/>
          <p:nvPr>
            <p:ph idx="7" type="subTitle"/>
          </p:nvPr>
        </p:nvSpPr>
        <p:spPr>
          <a:xfrm>
            <a:off x="4966730" y="4123700"/>
            <a:ext cx="28671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7" name="Google Shape;247;p30"/>
          <p:cNvSpPr/>
          <p:nvPr/>
        </p:nvSpPr>
        <p:spPr>
          <a:xfrm flipH="1" rot="5400000">
            <a:off x="-666000" y="1636800"/>
            <a:ext cx="2256600" cy="924600"/>
          </a:xfrm>
          <a:prstGeom prst="triangle">
            <a:avLst>
              <a:gd fmla="val 56573"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8" name="Google Shape;248;p30"/>
          <p:cNvGrpSpPr/>
          <p:nvPr/>
        </p:nvGrpSpPr>
        <p:grpSpPr>
          <a:xfrm>
            <a:off x="-307254" y="-1158254"/>
            <a:ext cx="2409824" cy="2739993"/>
            <a:chOff x="7793449" y="1215735"/>
            <a:chExt cx="2739993" cy="2739993"/>
          </a:xfrm>
        </p:grpSpPr>
        <p:sp>
          <p:nvSpPr>
            <p:cNvPr id="249" name="Google Shape;249;p30"/>
            <p:cNvSpPr/>
            <p:nvPr/>
          </p:nvSpPr>
          <p:spPr>
            <a:xfrm rot="-2700000">
              <a:off x="8199712" y="1611997"/>
              <a:ext cx="1927466" cy="1947469"/>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t/>
              </a:r>
              <a:endParaRPr/>
            </a:p>
          </p:txBody>
        </p:sp>
        <p:sp>
          <p:nvSpPr>
            <p:cNvPr id="250" name="Google Shape;250;p30"/>
            <p:cNvSpPr/>
            <p:nvPr/>
          </p:nvSpPr>
          <p:spPr>
            <a:xfrm rot="-2700000">
              <a:off x="8071013" y="1918223"/>
              <a:ext cx="1316869" cy="1330536"/>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a:p>
          </p:txBody>
        </p:sp>
        <p:sp>
          <p:nvSpPr>
            <p:cNvPr id="251" name="Google Shape;251;p30"/>
            <p:cNvSpPr/>
            <p:nvPr/>
          </p:nvSpPr>
          <p:spPr>
            <a:xfrm rot="-2700000">
              <a:off x="7942314" y="2224450"/>
              <a:ext cx="706272" cy="713602"/>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a:p>
          </p:txBody>
        </p:sp>
      </p:grpSp>
      <p:sp>
        <p:nvSpPr>
          <p:cNvPr id="252" name="Google Shape;252;p30"/>
          <p:cNvSpPr/>
          <p:nvPr/>
        </p:nvSpPr>
        <p:spPr>
          <a:xfrm flipH="1" rot="-5400000">
            <a:off x="7553400" y="3552900"/>
            <a:ext cx="2256600" cy="924600"/>
          </a:xfrm>
          <a:prstGeom prst="triangle">
            <a:avLst>
              <a:gd fmla="val 56573"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0"/>
          <p:cNvSpPr txBox="1"/>
          <p:nvPr>
            <p:ph idx="8"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54" name="Shape 254"/>
        <p:cNvGrpSpPr/>
        <p:nvPr/>
      </p:nvGrpSpPr>
      <p:grpSpPr>
        <a:xfrm>
          <a:off x="0" y="0"/>
          <a:ext cx="0" cy="0"/>
          <a:chOff x="0" y="0"/>
          <a:chExt cx="0" cy="0"/>
        </a:xfrm>
      </p:grpSpPr>
      <p:sp>
        <p:nvSpPr>
          <p:cNvPr id="255" name="Google Shape;255;p31"/>
          <p:cNvSpPr txBox="1"/>
          <p:nvPr>
            <p:ph type="title"/>
          </p:nvPr>
        </p:nvSpPr>
        <p:spPr>
          <a:xfrm>
            <a:off x="1174450" y="1787625"/>
            <a:ext cx="2033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56" name="Google Shape;256;p31"/>
          <p:cNvSpPr txBox="1"/>
          <p:nvPr>
            <p:ph idx="1" type="subTitle"/>
          </p:nvPr>
        </p:nvSpPr>
        <p:spPr>
          <a:xfrm>
            <a:off x="1174450" y="2297950"/>
            <a:ext cx="2033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7" name="Google Shape;257;p31"/>
          <p:cNvSpPr txBox="1"/>
          <p:nvPr>
            <p:ph idx="2" type="title"/>
          </p:nvPr>
        </p:nvSpPr>
        <p:spPr>
          <a:xfrm>
            <a:off x="3555293" y="1787625"/>
            <a:ext cx="2033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58" name="Google Shape;258;p31"/>
          <p:cNvSpPr txBox="1"/>
          <p:nvPr>
            <p:ph idx="3" type="subTitle"/>
          </p:nvPr>
        </p:nvSpPr>
        <p:spPr>
          <a:xfrm>
            <a:off x="3555293" y="2297950"/>
            <a:ext cx="2033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9" name="Google Shape;259;p31"/>
          <p:cNvSpPr txBox="1"/>
          <p:nvPr>
            <p:ph idx="4" type="title"/>
          </p:nvPr>
        </p:nvSpPr>
        <p:spPr>
          <a:xfrm>
            <a:off x="1174450" y="3613375"/>
            <a:ext cx="2033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0" name="Google Shape;260;p31"/>
          <p:cNvSpPr txBox="1"/>
          <p:nvPr>
            <p:ph idx="5" type="subTitle"/>
          </p:nvPr>
        </p:nvSpPr>
        <p:spPr>
          <a:xfrm>
            <a:off x="1174450" y="4123700"/>
            <a:ext cx="2033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1" name="Google Shape;261;p31"/>
          <p:cNvSpPr txBox="1"/>
          <p:nvPr>
            <p:ph idx="6" type="title"/>
          </p:nvPr>
        </p:nvSpPr>
        <p:spPr>
          <a:xfrm>
            <a:off x="3555293" y="3613375"/>
            <a:ext cx="2033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2" name="Google Shape;262;p31"/>
          <p:cNvSpPr txBox="1"/>
          <p:nvPr>
            <p:ph idx="7" type="subTitle"/>
          </p:nvPr>
        </p:nvSpPr>
        <p:spPr>
          <a:xfrm>
            <a:off x="3555293" y="4123700"/>
            <a:ext cx="2033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3" name="Google Shape;263;p31"/>
          <p:cNvSpPr txBox="1"/>
          <p:nvPr>
            <p:ph idx="8" type="title"/>
          </p:nvPr>
        </p:nvSpPr>
        <p:spPr>
          <a:xfrm>
            <a:off x="5936142" y="1787625"/>
            <a:ext cx="2033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4" name="Google Shape;264;p31"/>
          <p:cNvSpPr txBox="1"/>
          <p:nvPr>
            <p:ph idx="9" type="subTitle"/>
          </p:nvPr>
        </p:nvSpPr>
        <p:spPr>
          <a:xfrm>
            <a:off x="5936142" y="2297950"/>
            <a:ext cx="2033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5" name="Google Shape;265;p31"/>
          <p:cNvSpPr txBox="1"/>
          <p:nvPr>
            <p:ph idx="13" type="title"/>
          </p:nvPr>
        </p:nvSpPr>
        <p:spPr>
          <a:xfrm>
            <a:off x="5936142" y="3613375"/>
            <a:ext cx="2033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6" name="Google Shape;266;p31"/>
          <p:cNvSpPr txBox="1"/>
          <p:nvPr>
            <p:ph idx="14" type="subTitle"/>
          </p:nvPr>
        </p:nvSpPr>
        <p:spPr>
          <a:xfrm>
            <a:off x="5936142" y="4123700"/>
            <a:ext cx="2033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7" name="Google Shape;267;p31"/>
          <p:cNvSpPr txBox="1"/>
          <p:nvPr>
            <p:ph idx="12" type="sldNum"/>
          </p:nvPr>
        </p:nvSpPr>
        <p:spPr>
          <a:xfrm>
            <a:off x="8404384" y="4673651"/>
            <a:ext cx="548700" cy="393600"/>
          </a:xfrm>
          <a:prstGeom prst="rect">
            <a:avLst/>
          </a:prstGeom>
        </p:spPr>
        <p:txBody>
          <a:bodyPr anchorCtr="0" anchor="t" bIns="91425" lIns="91425" spcFirstLastPara="1" rIns="91425" wrap="square" tIns="91425">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268" name="Google Shape;268;p31"/>
          <p:cNvSpPr/>
          <p:nvPr/>
        </p:nvSpPr>
        <p:spPr>
          <a:xfrm>
            <a:off x="-237400" y="3765775"/>
            <a:ext cx="1687200" cy="1530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9" name="Google Shape;269;p31"/>
          <p:cNvGrpSpPr/>
          <p:nvPr/>
        </p:nvGrpSpPr>
        <p:grpSpPr>
          <a:xfrm rot="5400000">
            <a:off x="6977976" y="-184161"/>
            <a:ext cx="2686227" cy="2444922"/>
            <a:chOff x="1165875" y="238125"/>
            <a:chExt cx="4139025" cy="4139025"/>
          </a:xfrm>
        </p:grpSpPr>
        <p:sp>
          <p:nvSpPr>
            <p:cNvPr id="270" name="Google Shape;270;p31"/>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1"/>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1"/>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1"/>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 name="Google Shape;274;p31"/>
          <p:cNvSpPr txBox="1"/>
          <p:nvPr>
            <p:ph idx="15" type="title"/>
          </p:nvPr>
        </p:nvSpPr>
        <p:spPr>
          <a:xfrm>
            <a:off x="720000" y="535000"/>
            <a:ext cx="7704000" cy="48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7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75" name="Shape 275"/>
        <p:cNvGrpSpPr/>
        <p:nvPr/>
      </p:nvGrpSpPr>
      <p:grpSpPr>
        <a:xfrm>
          <a:off x="0" y="0"/>
          <a:ext cx="0" cy="0"/>
          <a:chOff x="0" y="0"/>
          <a:chExt cx="0" cy="0"/>
        </a:xfrm>
      </p:grpSpPr>
      <p:sp>
        <p:nvSpPr>
          <p:cNvPr id="276" name="Google Shape;276;p32"/>
          <p:cNvSpPr txBox="1"/>
          <p:nvPr>
            <p:ph hasCustomPrompt="1" type="title"/>
          </p:nvPr>
        </p:nvSpPr>
        <p:spPr>
          <a:xfrm>
            <a:off x="1284000" y="540000"/>
            <a:ext cx="6576000" cy="82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77" name="Google Shape;277;p32"/>
          <p:cNvSpPr txBox="1"/>
          <p:nvPr>
            <p:ph idx="1" type="subTitle"/>
          </p:nvPr>
        </p:nvSpPr>
        <p:spPr>
          <a:xfrm>
            <a:off x="1284000" y="1246025"/>
            <a:ext cx="6576000" cy="445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8" name="Google Shape;278;p32"/>
          <p:cNvSpPr txBox="1"/>
          <p:nvPr>
            <p:ph hasCustomPrompt="1" idx="2" type="title"/>
          </p:nvPr>
        </p:nvSpPr>
        <p:spPr>
          <a:xfrm>
            <a:off x="1284000" y="1996150"/>
            <a:ext cx="6576000" cy="82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79" name="Google Shape;279;p32"/>
          <p:cNvSpPr txBox="1"/>
          <p:nvPr>
            <p:ph idx="3" type="subTitle"/>
          </p:nvPr>
        </p:nvSpPr>
        <p:spPr>
          <a:xfrm>
            <a:off x="1284000" y="2702175"/>
            <a:ext cx="6576000" cy="445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0" name="Google Shape;280;p32"/>
          <p:cNvSpPr txBox="1"/>
          <p:nvPr>
            <p:ph hasCustomPrompt="1" idx="4" type="title"/>
          </p:nvPr>
        </p:nvSpPr>
        <p:spPr>
          <a:xfrm>
            <a:off x="1284000" y="3452288"/>
            <a:ext cx="6576000" cy="82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81" name="Google Shape;281;p32"/>
          <p:cNvSpPr txBox="1"/>
          <p:nvPr>
            <p:ph idx="5" type="subTitle"/>
          </p:nvPr>
        </p:nvSpPr>
        <p:spPr>
          <a:xfrm>
            <a:off x="1284000" y="4158313"/>
            <a:ext cx="6576000" cy="445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2" name="Google Shape;282;p32"/>
          <p:cNvSpPr/>
          <p:nvPr/>
        </p:nvSpPr>
        <p:spPr>
          <a:xfrm flipH="1" rot="5400000">
            <a:off x="-1059225" y="1605000"/>
            <a:ext cx="4052100" cy="1933500"/>
          </a:xfrm>
          <a:prstGeom prst="triangle">
            <a:avLst>
              <a:gd fmla="val 49765"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2"/>
          <p:cNvSpPr/>
          <p:nvPr/>
        </p:nvSpPr>
        <p:spPr>
          <a:xfrm rot="-5400000">
            <a:off x="6151200" y="1605000"/>
            <a:ext cx="4052100" cy="1933500"/>
          </a:xfrm>
          <a:prstGeom prst="triangle">
            <a:avLst>
              <a:gd fmla="val 49765"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84" name="Shape 284"/>
        <p:cNvGrpSpPr/>
        <p:nvPr/>
      </p:nvGrpSpPr>
      <p:grpSpPr>
        <a:xfrm>
          <a:off x="0" y="0"/>
          <a:ext cx="0" cy="0"/>
          <a:chOff x="0" y="0"/>
          <a:chExt cx="0" cy="0"/>
        </a:xfrm>
      </p:grpSpPr>
      <p:sp>
        <p:nvSpPr>
          <p:cNvPr id="285" name="Google Shape;285;p33"/>
          <p:cNvSpPr/>
          <p:nvPr/>
        </p:nvSpPr>
        <p:spPr>
          <a:xfrm flipH="1" rot="10800000">
            <a:off x="0" y="0"/>
            <a:ext cx="9134400" cy="5172000"/>
          </a:xfrm>
          <a:prstGeom prst="rtTriangl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3"/>
          <p:cNvSpPr txBox="1"/>
          <p:nvPr/>
        </p:nvSpPr>
        <p:spPr>
          <a:xfrm>
            <a:off x="5428900" y="3299625"/>
            <a:ext cx="3000000" cy="9204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Open Sans"/>
                <a:ea typeface="Open Sans"/>
                <a:cs typeface="Open Sans"/>
                <a:sym typeface="Open Sans"/>
              </a:rPr>
              <a:t>CRÉDITOS: este modelo de apresentação foi criado pelo </a:t>
            </a:r>
            <a:r>
              <a:rPr lang="en" sz="1200" u="sng">
                <a:solidFill>
                  <a:schemeClr val="dk1"/>
                </a:solidFill>
                <a:latin typeface="Open Sans"/>
                <a:ea typeface="Open Sans"/>
                <a:cs typeface="Open Sans"/>
                <a:sym typeface="Open Sans"/>
                <a:hlinkClick r:id="rId2">
                  <a:extLst>
                    <a:ext uri="{A12FA001-AC4F-418D-AE19-62706E023703}">
                      <ahyp:hlinkClr val="tx"/>
                    </a:ext>
                  </a:extLst>
                </a:hlinkClick>
              </a:rPr>
              <a:t>Slidesgo</a:t>
            </a:r>
            <a:r>
              <a:rPr lang="en" sz="1200">
                <a:solidFill>
                  <a:schemeClr val="dk1"/>
                </a:solidFill>
                <a:latin typeface="Open Sans"/>
                <a:ea typeface="Open Sans"/>
                <a:cs typeface="Open Sans"/>
                <a:sym typeface="Open Sans"/>
              </a:rPr>
              <a:t>, inclui ícones da </a:t>
            </a:r>
            <a:r>
              <a:rPr lang="en" sz="12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200">
                <a:solidFill>
                  <a:schemeClr val="dk1"/>
                </a:solidFill>
                <a:latin typeface="Open Sans"/>
                <a:ea typeface="Open Sans"/>
                <a:cs typeface="Open Sans"/>
                <a:sym typeface="Open Sans"/>
              </a:rPr>
              <a:t> e infográficos e imagens da </a:t>
            </a:r>
            <a:r>
              <a:rPr lang="en" sz="1200" u="sng">
                <a:solidFill>
                  <a:schemeClr val="dk1"/>
                </a:solidFill>
                <a:latin typeface="Open Sans"/>
                <a:ea typeface="Open Sans"/>
                <a:cs typeface="Open Sans"/>
                <a:sym typeface="Open Sans"/>
                <a:hlinkClick r:id="rId4">
                  <a:extLst>
                    <a:ext uri="{A12FA001-AC4F-418D-AE19-62706E023703}">
                      <ahyp:hlinkClr val="tx"/>
                    </a:ext>
                  </a:extLst>
                </a:hlinkClick>
              </a:rPr>
              <a:t>Freepik</a:t>
            </a:r>
            <a:endParaRPr>
              <a:solidFill>
                <a:schemeClr val="dk1"/>
              </a:solidFill>
              <a:latin typeface="Open Sans"/>
              <a:ea typeface="Open Sans"/>
              <a:cs typeface="Open Sans"/>
              <a:sym typeface="Open Sans"/>
            </a:endParaRPr>
          </a:p>
        </p:txBody>
      </p:sp>
      <p:sp>
        <p:nvSpPr>
          <p:cNvPr id="287" name="Google Shape;287;p33"/>
          <p:cNvSpPr txBox="1"/>
          <p:nvPr>
            <p:ph type="ctrTitle"/>
          </p:nvPr>
        </p:nvSpPr>
        <p:spPr>
          <a:xfrm>
            <a:off x="720050" y="535000"/>
            <a:ext cx="5042700" cy="874800"/>
          </a:xfrm>
          <a:prstGeom prst="rect">
            <a:avLst/>
          </a:prstGeom>
        </p:spPr>
        <p:txBody>
          <a:bodyPr anchorCtr="0" anchor="ctr" bIns="91425" lIns="91425" spcFirstLastPara="1" rIns="91425" wrap="square" tIns="91425">
            <a:noAutofit/>
          </a:bodyPr>
          <a:lstStyle>
            <a:lvl1pPr lvl="0" rtl="0">
              <a:spcBef>
                <a:spcPts val="0"/>
              </a:spcBef>
              <a:spcAft>
                <a:spcPts val="0"/>
              </a:spcAft>
              <a:buSzPts val="5200"/>
              <a:buNone/>
              <a:defRPr b="1" sz="60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88" name="Google Shape;288;p33"/>
          <p:cNvSpPr txBox="1"/>
          <p:nvPr>
            <p:ph idx="1" type="subTitle"/>
          </p:nvPr>
        </p:nvSpPr>
        <p:spPr>
          <a:xfrm>
            <a:off x="715100" y="1695201"/>
            <a:ext cx="4293900" cy="160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89" name="Google Shape;289;p33"/>
          <p:cNvSpPr txBox="1"/>
          <p:nvPr>
            <p:ph idx="12" type="sldNum"/>
          </p:nvPr>
        </p:nvSpPr>
        <p:spPr>
          <a:xfrm>
            <a:off x="8404384" y="4673651"/>
            <a:ext cx="548700" cy="393600"/>
          </a:xfrm>
          <a:prstGeom prst="rect">
            <a:avLst/>
          </a:prstGeom>
        </p:spPr>
        <p:txBody>
          <a:bodyPr anchorCtr="0" anchor="t" bIns="91425" lIns="91425" spcFirstLastPara="1" rIns="91425" wrap="square" tIns="91425">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90" name="Shape 290"/>
        <p:cNvGrpSpPr/>
        <p:nvPr/>
      </p:nvGrpSpPr>
      <p:grpSpPr>
        <a:xfrm>
          <a:off x="0" y="0"/>
          <a:ext cx="0" cy="0"/>
          <a:chOff x="0" y="0"/>
          <a:chExt cx="0" cy="0"/>
        </a:xfrm>
      </p:grpSpPr>
      <p:grpSp>
        <p:nvGrpSpPr>
          <p:cNvPr id="291" name="Google Shape;291;p34"/>
          <p:cNvGrpSpPr/>
          <p:nvPr/>
        </p:nvGrpSpPr>
        <p:grpSpPr>
          <a:xfrm rot="10263189">
            <a:off x="5525641" y="-621533"/>
            <a:ext cx="3970867" cy="3970867"/>
            <a:chOff x="1165875" y="238125"/>
            <a:chExt cx="4139025" cy="4139025"/>
          </a:xfrm>
        </p:grpSpPr>
        <p:sp>
          <p:nvSpPr>
            <p:cNvPr id="292" name="Google Shape;292;p34"/>
            <p:cNvSpPr/>
            <p:nvPr/>
          </p:nvSpPr>
          <p:spPr>
            <a:xfrm>
              <a:off x="1165875" y="238125"/>
              <a:ext cx="3143275" cy="3143275"/>
            </a:xfrm>
            <a:custGeom>
              <a:rect b="b" l="l" r="r" t="t"/>
              <a:pathLst>
                <a:path extrusionOk="0" h="125731" w="125731">
                  <a:moveTo>
                    <a:pt x="105816" y="0"/>
                  </a:moveTo>
                  <a:lnTo>
                    <a:pt x="0" y="105816"/>
                  </a:lnTo>
                  <a:lnTo>
                    <a:pt x="0" y="125731"/>
                  </a:lnTo>
                  <a:lnTo>
                    <a:pt x="1257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4"/>
            <p:cNvSpPr/>
            <p:nvPr/>
          </p:nvSpPr>
          <p:spPr>
            <a:xfrm>
              <a:off x="1165875" y="238125"/>
              <a:ext cx="2147525" cy="2147525"/>
            </a:xfrm>
            <a:custGeom>
              <a:rect b="b" l="l" r="r" t="t"/>
              <a:pathLst>
                <a:path extrusionOk="0" h="85901" w="85901">
                  <a:moveTo>
                    <a:pt x="65986" y="0"/>
                  </a:moveTo>
                  <a:lnTo>
                    <a:pt x="0" y="65986"/>
                  </a:lnTo>
                  <a:lnTo>
                    <a:pt x="0" y="85901"/>
                  </a:lnTo>
                  <a:lnTo>
                    <a:pt x="8590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4"/>
            <p:cNvSpPr/>
            <p:nvPr/>
          </p:nvSpPr>
          <p:spPr>
            <a:xfrm>
              <a:off x="1165875" y="238125"/>
              <a:ext cx="1151775" cy="1151775"/>
            </a:xfrm>
            <a:custGeom>
              <a:rect b="b" l="l" r="r" t="t"/>
              <a:pathLst>
                <a:path extrusionOk="0" h="46071" w="46071">
                  <a:moveTo>
                    <a:pt x="26156" y="0"/>
                  </a:moveTo>
                  <a:lnTo>
                    <a:pt x="0" y="26156"/>
                  </a:lnTo>
                  <a:lnTo>
                    <a:pt x="0" y="46071"/>
                  </a:lnTo>
                  <a:lnTo>
                    <a:pt x="460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4"/>
            <p:cNvSpPr/>
            <p:nvPr/>
          </p:nvSpPr>
          <p:spPr>
            <a:xfrm>
              <a:off x="1165875" y="238125"/>
              <a:ext cx="4139025" cy="4139025"/>
            </a:xfrm>
            <a:custGeom>
              <a:rect b="b" l="l" r="r" t="t"/>
              <a:pathLst>
                <a:path extrusionOk="0" h="165561" w="165561">
                  <a:moveTo>
                    <a:pt x="145646" y="0"/>
                  </a:moveTo>
                  <a:lnTo>
                    <a:pt x="0" y="145646"/>
                  </a:lnTo>
                  <a:lnTo>
                    <a:pt x="0" y="165561"/>
                  </a:lnTo>
                  <a:lnTo>
                    <a:pt x="16556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 name="Google Shape;296;p34"/>
          <p:cNvSpPr/>
          <p:nvPr/>
        </p:nvSpPr>
        <p:spPr>
          <a:xfrm>
            <a:off x="0" y="3760725"/>
            <a:ext cx="9144000" cy="1382700"/>
          </a:xfrm>
          <a:prstGeom prst="triangle">
            <a:avLst>
              <a:gd fmla="val 10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97" name="Shape 297"/>
        <p:cNvGrpSpPr/>
        <p:nvPr/>
      </p:nvGrpSpPr>
      <p:grpSpPr>
        <a:xfrm>
          <a:off x="0" y="0"/>
          <a:ext cx="0" cy="0"/>
          <a:chOff x="0" y="0"/>
          <a:chExt cx="0" cy="0"/>
        </a:xfrm>
      </p:grpSpPr>
      <p:sp>
        <p:nvSpPr>
          <p:cNvPr id="298" name="Google Shape;298;p35"/>
          <p:cNvSpPr/>
          <p:nvPr/>
        </p:nvSpPr>
        <p:spPr>
          <a:xfrm flipH="1" rot="10800000">
            <a:off x="0" y="0"/>
            <a:ext cx="9134400" cy="5172000"/>
          </a:xfrm>
          <a:prstGeom prst="rtTriangl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 name="Google Shape;299;p35"/>
          <p:cNvGrpSpPr/>
          <p:nvPr/>
        </p:nvGrpSpPr>
        <p:grpSpPr>
          <a:xfrm>
            <a:off x="7329364" y="3150304"/>
            <a:ext cx="2199066" cy="2221803"/>
            <a:chOff x="7506170" y="3264603"/>
            <a:chExt cx="2401776" cy="2426608"/>
          </a:xfrm>
        </p:grpSpPr>
        <p:sp>
          <p:nvSpPr>
            <p:cNvPr id="300" name="Google Shape;300;p35"/>
            <p:cNvSpPr/>
            <p:nvPr/>
          </p:nvSpPr>
          <p:spPr>
            <a:xfrm rot="10800000">
              <a:off x="7506170" y="3264603"/>
              <a:ext cx="2401776" cy="2426608"/>
            </a:xfrm>
            <a:custGeom>
              <a:rect b="b" l="l" r="r" t="t"/>
              <a:pathLst>
                <a:path extrusionOk="0" h="125731" w="125731">
                  <a:moveTo>
                    <a:pt x="105816" y="0"/>
                  </a:moveTo>
                  <a:lnTo>
                    <a:pt x="0" y="105816"/>
                  </a:lnTo>
                  <a:lnTo>
                    <a:pt x="0" y="125731"/>
                  </a:lnTo>
                  <a:lnTo>
                    <a:pt x="1257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5"/>
            <p:cNvSpPr/>
            <p:nvPr/>
          </p:nvSpPr>
          <p:spPr>
            <a:xfrm rot="10800000">
              <a:off x="8267023" y="4033322"/>
              <a:ext cx="1640924" cy="1657889"/>
            </a:xfrm>
            <a:custGeom>
              <a:rect b="b" l="l" r="r" t="t"/>
              <a:pathLst>
                <a:path extrusionOk="0" h="85901" w="85901">
                  <a:moveTo>
                    <a:pt x="65986" y="0"/>
                  </a:moveTo>
                  <a:lnTo>
                    <a:pt x="0" y="65986"/>
                  </a:lnTo>
                  <a:lnTo>
                    <a:pt x="0" y="85901"/>
                  </a:lnTo>
                  <a:lnTo>
                    <a:pt x="859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5"/>
            <p:cNvSpPr/>
            <p:nvPr/>
          </p:nvSpPr>
          <p:spPr>
            <a:xfrm rot="10800000">
              <a:off x="9027875" y="4802041"/>
              <a:ext cx="880071" cy="889170"/>
            </a:xfrm>
            <a:custGeom>
              <a:rect b="b" l="l" r="r" t="t"/>
              <a:pathLst>
                <a:path extrusionOk="0" h="46071" w="46071">
                  <a:moveTo>
                    <a:pt x="26156" y="0"/>
                  </a:moveTo>
                  <a:lnTo>
                    <a:pt x="0" y="26156"/>
                  </a:lnTo>
                  <a:lnTo>
                    <a:pt x="0" y="46071"/>
                  </a:lnTo>
                  <a:lnTo>
                    <a:pt x="460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600" cy="48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Tenor Sans"/>
              <a:buNone/>
              <a:defRPr sz="3500">
                <a:solidFill>
                  <a:schemeClr val="dk1"/>
                </a:solidFill>
                <a:latin typeface="Tenor Sans"/>
                <a:ea typeface="Tenor Sans"/>
                <a:cs typeface="Tenor Sans"/>
                <a:sym typeface="Tenor Sans"/>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5100" y="1152475"/>
            <a:ext cx="7713600" cy="34560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accent1"/>
              </a:buClr>
              <a:buSzPts val="1400"/>
              <a:buFont typeface="Open Sans"/>
              <a:buChar char="●"/>
              <a:defRPr>
                <a:solidFill>
                  <a:schemeClr val="accent1"/>
                </a:solidFill>
                <a:latin typeface="Open Sans"/>
                <a:ea typeface="Open Sans"/>
                <a:cs typeface="Open Sans"/>
                <a:sym typeface="Open Sans"/>
              </a:defRPr>
            </a:lvl1pPr>
            <a:lvl2pPr indent="-317500" lvl="1" marL="914400">
              <a:lnSpc>
                <a:spcPct val="100000"/>
              </a:lnSpc>
              <a:spcBef>
                <a:spcPts val="1600"/>
              </a:spcBef>
              <a:spcAft>
                <a:spcPts val="0"/>
              </a:spcAft>
              <a:buClr>
                <a:schemeClr val="accent1"/>
              </a:buClr>
              <a:buSzPts val="1400"/>
              <a:buFont typeface="Open Sans"/>
              <a:buChar char="○"/>
              <a:defRPr>
                <a:solidFill>
                  <a:schemeClr val="accent1"/>
                </a:solidFill>
                <a:latin typeface="Open Sans"/>
                <a:ea typeface="Open Sans"/>
                <a:cs typeface="Open Sans"/>
                <a:sym typeface="Open Sans"/>
              </a:defRPr>
            </a:lvl2pPr>
            <a:lvl3pPr indent="-317500" lvl="2" marL="1371600">
              <a:lnSpc>
                <a:spcPct val="100000"/>
              </a:lnSpc>
              <a:spcBef>
                <a:spcPts val="1600"/>
              </a:spcBef>
              <a:spcAft>
                <a:spcPts val="0"/>
              </a:spcAft>
              <a:buClr>
                <a:schemeClr val="accent1"/>
              </a:buClr>
              <a:buSzPts val="1400"/>
              <a:buFont typeface="Open Sans"/>
              <a:buChar char="■"/>
              <a:defRPr>
                <a:solidFill>
                  <a:schemeClr val="accent1"/>
                </a:solidFill>
                <a:latin typeface="Open Sans"/>
                <a:ea typeface="Open Sans"/>
                <a:cs typeface="Open Sans"/>
                <a:sym typeface="Open Sans"/>
              </a:defRPr>
            </a:lvl3pPr>
            <a:lvl4pPr indent="-317500" lvl="3" marL="1828800">
              <a:lnSpc>
                <a:spcPct val="100000"/>
              </a:lnSpc>
              <a:spcBef>
                <a:spcPts val="1600"/>
              </a:spcBef>
              <a:spcAft>
                <a:spcPts val="0"/>
              </a:spcAft>
              <a:buClr>
                <a:schemeClr val="accent1"/>
              </a:buClr>
              <a:buSzPts val="1400"/>
              <a:buFont typeface="Open Sans"/>
              <a:buChar char="●"/>
              <a:defRPr>
                <a:solidFill>
                  <a:schemeClr val="accent1"/>
                </a:solidFill>
                <a:latin typeface="Open Sans"/>
                <a:ea typeface="Open Sans"/>
                <a:cs typeface="Open Sans"/>
                <a:sym typeface="Open Sans"/>
              </a:defRPr>
            </a:lvl4pPr>
            <a:lvl5pPr indent="-317500" lvl="4" marL="2286000">
              <a:lnSpc>
                <a:spcPct val="100000"/>
              </a:lnSpc>
              <a:spcBef>
                <a:spcPts val="1600"/>
              </a:spcBef>
              <a:spcAft>
                <a:spcPts val="0"/>
              </a:spcAft>
              <a:buClr>
                <a:schemeClr val="accent1"/>
              </a:buClr>
              <a:buSzPts val="1400"/>
              <a:buFont typeface="Open Sans"/>
              <a:buChar char="○"/>
              <a:defRPr>
                <a:solidFill>
                  <a:schemeClr val="accent1"/>
                </a:solidFill>
                <a:latin typeface="Open Sans"/>
                <a:ea typeface="Open Sans"/>
                <a:cs typeface="Open Sans"/>
                <a:sym typeface="Open Sans"/>
              </a:defRPr>
            </a:lvl5pPr>
            <a:lvl6pPr indent="-317500" lvl="5" marL="2743200">
              <a:lnSpc>
                <a:spcPct val="100000"/>
              </a:lnSpc>
              <a:spcBef>
                <a:spcPts val="1600"/>
              </a:spcBef>
              <a:spcAft>
                <a:spcPts val="0"/>
              </a:spcAft>
              <a:buClr>
                <a:schemeClr val="accent1"/>
              </a:buClr>
              <a:buSzPts val="1400"/>
              <a:buFont typeface="Open Sans"/>
              <a:buChar char="■"/>
              <a:defRPr>
                <a:solidFill>
                  <a:schemeClr val="accent1"/>
                </a:solidFill>
                <a:latin typeface="Open Sans"/>
                <a:ea typeface="Open Sans"/>
                <a:cs typeface="Open Sans"/>
                <a:sym typeface="Open Sans"/>
              </a:defRPr>
            </a:lvl6pPr>
            <a:lvl7pPr indent="-317500" lvl="6" marL="3200400">
              <a:lnSpc>
                <a:spcPct val="100000"/>
              </a:lnSpc>
              <a:spcBef>
                <a:spcPts val="1600"/>
              </a:spcBef>
              <a:spcAft>
                <a:spcPts val="0"/>
              </a:spcAft>
              <a:buClr>
                <a:schemeClr val="accent1"/>
              </a:buClr>
              <a:buSzPts val="1400"/>
              <a:buFont typeface="Open Sans"/>
              <a:buChar char="●"/>
              <a:defRPr>
                <a:solidFill>
                  <a:schemeClr val="accent1"/>
                </a:solidFill>
                <a:latin typeface="Open Sans"/>
                <a:ea typeface="Open Sans"/>
                <a:cs typeface="Open Sans"/>
                <a:sym typeface="Open Sans"/>
              </a:defRPr>
            </a:lvl7pPr>
            <a:lvl8pPr indent="-317500" lvl="7" marL="3657600">
              <a:lnSpc>
                <a:spcPct val="100000"/>
              </a:lnSpc>
              <a:spcBef>
                <a:spcPts val="1600"/>
              </a:spcBef>
              <a:spcAft>
                <a:spcPts val="0"/>
              </a:spcAft>
              <a:buClr>
                <a:schemeClr val="accent1"/>
              </a:buClr>
              <a:buSzPts val="1400"/>
              <a:buFont typeface="Open Sans"/>
              <a:buChar char="○"/>
              <a:defRPr>
                <a:solidFill>
                  <a:schemeClr val="accent1"/>
                </a:solidFill>
                <a:latin typeface="Open Sans"/>
                <a:ea typeface="Open Sans"/>
                <a:cs typeface="Open Sans"/>
                <a:sym typeface="Open Sans"/>
              </a:defRPr>
            </a:lvl8pPr>
            <a:lvl9pPr indent="-317500" lvl="8" marL="4114800">
              <a:lnSpc>
                <a:spcPct val="100000"/>
              </a:lnSpc>
              <a:spcBef>
                <a:spcPts val="1600"/>
              </a:spcBef>
              <a:spcAft>
                <a:spcPts val="1600"/>
              </a:spcAft>
              <a:buClr>
                <a:schemeClr val="accent1"/>
              </a:buClr>
              <a:buSzPts val="1400"/>
              <a:buFont typeface="Open Sans"/>
              <a:buChar char="■"/>
              <a:defRPr>
                <a:solidFill>
                  <a:schemeClr val="accent1"/>
                </a:solidFill>
                <a:latin typeface="Open Sans"/>
                <a:ea typeface="Open Sans"/>
                <a:cs typeface="Open Sans"/>
                <a:sym typeface="Open Sans"/>
              </a:defRPr>
            </a:lvl9pPr>
          </a:lstStyle>
          <a:p/>
        </p:txBody>
      </p:sp>
      <p:sp>
        <p:nvSpPr>
          <p:cNvPr id="8" name="Google Shape;8;p1"/>
          <p:cNvSpPr txBox="1"/>
          <p:nvPr>
            <p:ph idx="12" type="sldNum"/>
          </p:nvPr>
        </p:nvSpPr>
        <p:spPr>
          <a:xfrm>
            <a:off x="8404384" y="4673651"/>
            <a:ext cx="548700" cy="393600"/>
          </a:xfrm>
          <a:prstGeom prst="rect">
            <a:avLst/>
          </a:prstGeom>
          <a:noFill/>
          <a:ln>
            <a:noFill/>
          </a:ln>
        </p:spPr>
        <p:txBody>
          <a:bodyPr anchorCtr="0" anchor="t" bIns="91425" lIns="91425" spcFirstLastPara="1" rIns="91425" wrap="square" tIns="91425">
            <a:noAutofit/>
          </a:bodyPr>
          <a:lstStyle>
            <a:lvl1pPr lvl="0" rtl="0" algn="r">
              <a:buNone/>
              <a:defRPr sz="1300">
                <a:solidFill>
                  <a:schemeClr val="dk2"/>
                </a:solidFill>
                <a:latin typeface="Bebas Neue"/>
                <a:ea typeface="Bebas Neue"/>
                <a:cs typeface="Bebas Neue"/>
                <a:sym typeface="Bebas Neue"/>
              </a:defRPr>
            </a:lvl1pPr>
            <a:lvl2pPr lvl="1" rtl="0" algn="r">
              <a:buNone/>
              <a:defRPr sz="1300">
                <a:solidFill>
                  <a:schemeClr val="dk2"/>
                </a:solidFill>
                <a:latin typeface="Bebas Neue"/>
                <a:ea typeface="Bebas Neue"/>
                <a:cs typeface="Bebas Neue"/>
                <a:sym typeface="Bebas Neue"/>
              </a:defRPr>
            </a:lvl2pPr>
            <a:lvl3pPr lvl="2" rtl="0" algn="r">
              <a:buNone/>
              <a:defRPr sz="1300">
                <a:solidFill>
                  <a:schemeClr val="dk2"/>
                </a:solidFill>
                <a:latin typeface="Bebas Neue"/>
                <a:ea typeface="Bebas Neue"/>
                <a:cs typeface="Bebas Neue"/>
                <a:sym typeface="Bebas Neue"/>
              </a:defRPr>
            </a:lvl3pPr>
            <a:lvl4pPr lvl="3" rtl="0" algn="r">
              <a:buNone/>
              <a:defRPr sz="1300">
                <a:solidFill>
                  <a:schemeClr val="dk2"/>
                </a:solidFill>
                <a:latin typeface="Bebas Neue"/>
                <a:ea typeface="Bebas Neue"/>
                <a:cs typeface="Bebas Neue"/>
                <a:sym typeface="Bebas Neue"/>
              </a:defRPr>
            </a:lvl4pPr>
            <a:lvl5pPr lvl="4" rtl="0" algn="r">
              <a:buNone/>
              <a:defRPr sz="1300">
                <a:solidFill>
                  <a:schemeClr val="dk2"/>
                </a:solidFill>
                <a:latin typeface="Bebas Neue"/>
                <a:ea typeface="Bebas Neue"/>
                <a:cs typeface="Bebas Neue"/>
                <a:sym typeface="Bebas Neue"/>
              </a:defRPr>
            </a:lvl5pPr>
            <a:lvl6pPr lvl="5" rtl="0" algn="r">
              <a:buNone/>
              <a:defRPr sz="1300">
                <a:solidFill>
                  <a:schemeClr val="dk2"/>
                </a:solidFill>
                <a:latin typeface="Bebas Neue"/>
                <a:ea typeface="Bebas Neue"/>
                <a:cs typeface="Bebas Neue"/>
                <a:sym typeface="Bebas Neue"/>
              </a:defRPr>
            </a:lvl6pPr>
            <a:lvl7pPr lvl="6" rtl="0" algn="r">
              <a:buNone/>
              <a:defRPr sz="1300">
                <a:solidFill>
                  <a:schemeClr val="dk2"/>
                </a:solidFill>
                <a:latin typeface="Bebas Neue"/>
                <a:ea typeface="Bebas Neue"/>
                <a:cs typeface="Bebas Neue"/>
                <a:sym typeface="Bebas Neue"/>
              </a:defRPr>
            </a:lvl7pPr>
            <a:lvl8pPr lvl="7" rtl="0" algn="r">
              <a:buNone/>
              <a:defRPr sz="1300">
                <a:solidFill>
                  <a:schemeClr val="dk2"/>
                </a:solidFill>
                <a:latin typeface="Bebas Neue"/>
                <a:ea typeface="Bebas Neue"/>
                <a:cs typeface="Bebas Neue"/>
                <a:sym typeface="Bebas Neue"/>
              </a:defRPr>
            </a:lvl8pPr>
            <a:lvl9pPr lvl="8" rtl="0" algn="r">
              <a:buNone/>
              <a:defRPr sz="1300">
                <a:solidFill>
                  <a:schemeClr val="dk2"/>
                </a:solidFill>
                <a:latin typeface="Bebas Neue"/>
                <a:ea typeface="Bebas Neue"/>
                <a:cs typeface="Bebas Neue"/>
                <a:sym typeface="Bebas Neu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internetofthingsagenda.techtarget.com/definition/machine-to-machine-M2M" TargetMode="External"/><Relationship Id="rId4" Type="http://schemas.openxmlformats.org/officeDocument/2006/relationships/hyperlink" Target="https://internetofthingsagenda.techtarget.com/definition/Internet-of-Things-Io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6"/>
          <p:cNvSpPr txBox="1"/>
          <p:nvPr>
            <p:ph type="ctrTitle"/>
          </p:nvPr>
        </p:nvSpPr>
        <p:spPr>
          <a:xfrm>
            <a:off x="0" y="1336925"/>
            <a:ext cx="9144000" cy="210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t>SUBJECT: </a:t>
            </a:r>
            <a:r>
              <a:rPr lang="en" sz="2400"/>
              <a:t>BUILDING </a:t>
            </a:r>
            <a:r>
              <a:rPr lang="en" sz="2400"/>
              <a:t>INTERNET OF THINGS</a:t>
            </a:r>
            <a:endParaRPr sz="2400"/>
          </a:p>
          <a:p>
            <a:pPr indent="0" lvl="0" marL="0" rtl="0" algn="l">
              <a:spcBef>
                <a:spcPts val="0"/>
              </a:spcBef>
              <a:spcAft>
                <a:spcPts val="0"/>
              </a:spcAft>
              <a:buNone/>
            </a:pPr>
            <a:r>
              <a:rPr b="1" lang="en" sz="2400"/>
              <a:t>COURSE CODE: </a:t>
            </a:r>
            <a:r>
              <a:rPr lang="en" sz="2400"/>
              <a:t>Z</a:t>
            </a:r>
            <a:r>
              <a:rPr lang="en" sz="2400"/>
              <a:t>18602</a:t>
            </a:r>
            <a:endParaRPr sz="2400"/>
          </a:p>
          <a:p>
            <a:pPr indent="0" lvl="0" marL="0" rtl="0" algn="l">
              <a:spcBef>
                <a:spcPts val="0"/>
              </a:spcBef>
              <a:spcAft>
                <a:spcPts val="0"/>
              </a:spcAft>
              <a:buNone/>
            </a:pPr>
            <a:r>
              <a:rPr b="1" lang="en" sz="2400"/>
              <a:t>TOPIC: </a:t>
            </a:r>
            <a:r>
              <a:rPr lang="en" sz="2400"/>
              <a:t>REVIEW OF THE PAPER: "Internet of Things (IoT) Communication Protocols : Review"</a:t>
            </a:r>
            <a:endParaRPr sz="2400"/>
          </a:p>
          <a:p>
            <a:pPr indent="0" lvl="0" marL="0" rtl="0" algn="l">
              <a:spcBef>
                <a:spcPts val="0"/>
              </a:spcBef>
              <a:spcAft>
                <a:spcPts val="0"/>
              </a:spcAft>
              <a:buNone/>
            </a:pPr>
            <a:r>
              <a:t/>
            </a:r>
            <a:endParaRPr sz="2200"/>
          </a:p>
          <a:p>
            <a:pPr indent="0" lvl="0" marL="0" rtl="0" algn="l">
              <a:spcBef>
                <a:spcPts val="0"/>
              </a:spcBef>
              <a:spcAft>
                <a:spcPts val="0"/>
              </a:spcAft>
              <a:buNone/>
            </a:pPr>
            <a:r>
              <a:t/>
            </a:r>
            <a:endParaRPr b="1" sz="2200"/>
          </a:p>
        </p:txBody>
      </p:sp>
      <p:sp>
        <p:nvSpPr>
          <p:cNvPr id="308" name="Google Shape;308;p36"/>
          <p:cNvSpPr txBox="1"/>
          <p:nvPr>
            <p:ph idx="1" type="subTitle"/>
          </p:nvPr>
        </p:nvSpPr>
        <p:spPr>
          <a:xfrm flipH="1">
            <a:off x="0" y="3682375"/>
            <a:ext cx="9144000" cy="807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309" name="Google Shape;309;p36"/>
          <p:cNvSpPr/>
          <p:nvPr/>
        </p:nvSpPr>
        <p:spPr>
          <a:xfrm rot="10800000">
            <a:off x="7917600" y="0"/>
            <a:ext cx="1226400" cy="11997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6"/>
          <p:cNvSpPr txBox="1"/>
          <p:nvPr/>
        </p:nvSpPr>
        <p:spPr>
          <a:xfrm>
            <a:off x="0" y="3716875"/>
            <a:ext cx="4061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FFFF"/>
                </a:solidFill>
                <a:latin typeface="Open Sans"/>
                <a:ea typeface="Open Sans"/>
                <a:cs typeface="Open Sans"/>
                <a:sym typeface="Open Sans"/>
              </a:rPr>
              <a:t>PRESENTED BY: </a:t>
            </a:r>
            <a:endParaRPr b="1" sz="1800">
              <a:solidFill>
                <a:srgbClr val="FFFFFF"/>
              </a:solidFill>
              <a:latin typeface="Open Sans"/>
              <a:ea typeface="Open Sans"/>
              <a:cs typeface="Open Sans"/>
              <a:sym typeface="Open Sans"/>
            </a:endParaRPr>
          </a:p>
          <a:p>
            <a:pPr indent="0" lvl="0" marL="0" rtl="0" algn="l">
              <a:spcBef>
                <a:spcPts val="0"/>
              </a:spcBef>
              <a:spcAft>
                <a:spcPts val="0"/>
              </a:spcAft>
              <a:buNone/>
            </a:pPr>
            <a:r>
              <a:rPr b="1" lang="en" sz="1800">
                <a:solidFill>
                  <a:srgbClr val="FFFFFF"/>
                </a:solidFill>
                <a:latin typeface="Open Sans"/>
                <a:ea typeface="Open Sans"/>
                <a:cs typeface="Open Sans"/>
                <a:sym typeface="Open Sans"/>
              </a:rPr>
              <a:t>S S SAKTHI SUGANTHAN 19DX22</a:t>
            </a:r>
            <a:endParaRPr b="1" sz="1800">
              <a:solidFill>
                <a:srgbClr val="FFFFFF"/>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7"/>
          <p:cNvSpPr txBox="1"/>
          <p:nvPr>
            <p:ph type="title"/>
          </p:nvPr>
        </p:nvSpPr>
        <p:spPr>
          <a:xfrm>
            <a:off x="661200" y="1871225"/>
            <a:ext cx="2454000" cy="42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Introduction</a:t>
            </a:r>
            <a:endParaRPr b="1"/>
          </a:p>
        </p:txBody>
      </p:sp>
      <p:sp>
        <p:nvSpPr>
          <p:cNvPr id="316" name="Google Shape;316;p37"/>
          <p:cNvSpPr txBox="1"/>
          <p:nvPr>
            <p:ph idx="2" type="title"/>
          </p:nvPr>
        </p:nvSpPr>
        <p:spPr>
          <a:xfrm>
            <a:off x="1250550" y="1263650"/>
            <a:ext cx="12753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300"/>
              <a:t>01</a:t>
            </a:r>
            <a:endParaRPr sz="2300"/>
          </a:p>
        </p:txBody>
      </p:sp>
      <p:sp>
        <p:nvSpPr>
          <p:cNvPr id="317" name="Google Shape;317;p37"/>
          <p:cNvSpPr txBox="1"/>
          <p:nvPr>
            <p:ph idx="3" type="title"/>
          </p:nvPr>
        </p:nvSpPr>
        <p:spPr>
          <a:xfrm>
            <a:off x="3374400" y="1902375"/>
            <a:ext cx="2454000" cy="42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IoT Communication Protocols</a:t>
            </a:r>
            <a:endParaRPr b="1"/>
          </a:p>
        </p:txBody>
      </p:sp>
      <p:sp>
        <p:nvSpPr>
          <p:cNvPr id="318" name="Google Shape;318;p37"/>
          <p:cNvSpPr txBox="1"/>
          <p:nvPr>
            <p:ph idx="4" type="title"/>
          </p:nvPr>
        </p:nvSpPr>
        <p:spPr>
          <a:xfrm>
            <a:off x="3934350" y="1263650"/>
            <a:ext cx="12753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300"/>
              <a:t>02</a:t>
            </a:r>
            <a:endParaRPr sz="2300"/>
          </a:p>
        </p:txBody>
      </p:sp>
      <p:sp>
        <p:nvSpPr>
          <p:cNvPr id="319" name="Google Shape;319;p37"/>
          <p:cNvSpPr txBox="1"/>
          <p:nvPr>
            <p:ph idx="6" type="title"/>
          </p:nvPr>
        </p:nvSpPr>
        <p:spPr>
          <a:xfrm>
            <a:off x="6087600" y="1903610"/>
            <a:ext cx="2336400" cy="42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LPWAN</a:t>
            </a:r>
            <a:endParaRPr b="1"/>
          </a:p>
        </p:txBody>
      </p:sp>
      <p:sp>
        <p:nvSpPr>
          <p:cNvPr id="320" name="Google Shape;320;p37"/>
          <p:cNvSpPr txBox="1"/>
          <p:nvPr>
            <p:ph idx="7" type="title"/>
          </p:nvPr>
        </p:nvSpPr>
        <p:spPr>
          <a:xfrm>
            <a:off x="6618150" y="1263650"/>
            <a:ext cx="12753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300"/>
              <a:t>03</a:t>
            </a:r>
            <a:endParaRPr sz="2300"/>
          </a:p>
        </p:txBody>
      </p:sp>
      <p:sp>
        <p:nvSpPr>
          <p:cNvPr id="321" name="Google Shape;321;p37"/>
          <p:cNvSpPr txBox="1"/>
          <p:nvPr>
            <p:ph idx="9" type="title"/>
          </p:nvPr>
        </p:nvSpPr>
        <p:spPr>
          <a:xfrm>
            <a:off x="1250550" y="3150450"/>
            <a:ext cx="3174900" cy="42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Short Range Networks</a:t>
            </a:r>
            <a:endParaRPr b="1"/>
          </a:p>
        </p:txBody>
      </p:sp>
      <p:sp>
        <p:nvSpPr>
          <p:cNvPr id="322" name="Google Shape;322;p37"/>
          <p:cNvSpPr txBox="1"/>
          <p:nvPr>
            <p:ph idx="13" type="title"/>
          </p:nvPr>
        </p:nvSpPr>
        <p:spPr>
          <a:xfrm>
            <a:off x="2200350" y="2603348"/>
            <a:ext cx="12753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300"/>
              <a:t>04</a:t>
            </a:r>
            <a:endParaRPr sz="2300"/>
          </a:p>
        </p:txBody>
      </p:sp>
      <p:sp>
        <p:nvSpPr>
          <p:cNvPr id="323" name="Google Shape;323;p37"/>
          <p:cNvSpPr txBox="1"/>
          <p:nvPr>
            <p:ph idx="18" type="title"/>
          </p:nvPr>
        </p:nvSpPr>
        <p:spPr>
          <a:xfrm>
            <a:off x="720000" y="535000"/>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TABLE OF CONTENTS</a:t>
            </a:r>
            <a:endParaRPr b="1"/>
          </a:p>
        </p:txBody>
      </p:sp>
      <p:cxnSp>
        <p:nvCxnSpPr>
          <p:cNvPr id="324" name="Google Shape;324;p37"/>
          <p:cNvCxnSpPr/>
          <p:nvPr/>
        </p:nvCxnSpPr>
        <p:spPr>
          <a:xfrm>
            <a:off x="1642650" y="1748445"/>
            <a:ext cx="491100" cy="0"/>
          </a:xfrm>
          <a:prstGeom prst="straightConnector1">
            <a:avLst/>
          </a:prstGeom>
          <a:noFill/>
          <a:ln cap="flat" cmpd="sng" w="19050">
            <a:solidFill>
              <a:schemeClr val="accent1"/>
            </a:solidFill>
            <a:prstDash val="solid"/>
            <a:round/>
            <a:headEnd len="med" w="med" type="none"/>
            <a:tailEnd len="med" w="med" type="none"/>
          </a:ln>
        </p:spPr>
      </p:cxnSp>
      <p:cxnSp>
        <p:nvCxnSpPr>
          <p:cNvPr id="325" name="Google Shape;325;p37"/>
          <p:cNvCxnSpPr/>
          <p:nvPr/>
        </p:nvCxnSpPr>
        <p:spPr>
          <a:xfrm>
            <a:off x="4326450" y="1748445"/>
            <a:ext cx="491100" cy="0"/>
          </a:xfrm>
          <a:prstGeom prst="straightConnector1">
            <a:avLst/>
          </a:prstGeom>
          <a:noFill/>
          <a:ln cap="flat" cmpd="sng" w="19050">
            <a:solidFill>
              <a:schemeClr val="accent1"/>
            </a:solidFill>
            <a:prstDash val="solid"/>
            <a:round/>
            <a:headEnd len="med" w="med" type="none"/>
            <a:tailEnd len="med" w="med" type="none"/>
          </a:ln>
        </p:spPr>
      </p:cxnSp>
      <p:cxnSp>
        <p:nvCxnSpPr>
          <p:cNvPr id="326" name="Google Shape;326;p37"/>
          <p:cNvCxnSpPr/>
          <p:nvPr/>
        </p:nvCxnSpPr>
        <p:spPr>
          <a:xfrm>
            <a:off x="7010250" y="1748445"/>
            <a:ext cx="491100" cy="0"/>
          </a:xfrm>
          <a:prstGeom prst="straightConnector1">
            <a:avLst/>
          </a:prstGeom>
          <a:noFill/>
          <a:ln cap="flat" cmpd="sng" w="19050">
            <a:solidFill>
              <a:schemeClr val="accent1"/>
            </a:solidFill>
            <a:prstDash val="solid"/>
            <a:round/>
            <a:headEnd len="med" w="med" type="none"/>
            <a:tailEnd len="med" w="med" type="none"/>
          </a:ln>
        </p:spPr>
      </p:cxnSp>
      <p:cxnSp>
        <p:nvCxnSpPr>
          <p:cNvPr id="327" name="Google Shape;327;p37"/>
          <p:cNvCxnSpPr/>
          <p:nvPr/>
        </p:nvCxnSpPr>
        <p:spPr>
          <a:xfrm>
            <a:off x="2592450" y="3088145"/>
            <a:ext cx="491100" cy="0"/>
          </a:xfrm>
          <a:prstGeom prst="straightConnector1">
            <a:avLst/>
          </a:prstGeom>
          <a:noFill/>
          <a:ln cap="flat" cmpd="sng" w="19050">
            <a:solidFill>
              <a:schemeClr val="accent1"/>
            </a:solidFill>
            <a:prstDash val="solid"/>
            <a:round/>
            <a:headEnd len="med" w="med" type="none"/>
            <a:tailEnd len="med" w="med" type="none"/>
          </a:ln>
        </p:spPr>
      </p:cxnSp>
      <p:sp>
        <p:nvSpPr>
          <p:cNvPr id="328" name="Google Shape;328;p37"/>
          <p:cNvSpPr txBox="1"/>
          <p:nvPr>
            <p:ph idx="9" type="title"/>
          </p:nvPr>
        </p:nvSpPr>
        <p:spPr>
          <a:xfrm>
            <a:off x="4718550" y="3286575"/>
            <a:ext cx="3174900" cy="42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Comparison Between Communication Protocols</a:t>
            </a:r>
            <a:endParaRPr b="1"/>
          </a:p>
        </p:txBody>
      </p:sp>
      <p:sp>
        <p:nvSpPr>
          <p:cNvPr id="329" name="Google Shape;329;p37"/>
          <p:cNvSpPr txBox="1"/>
          <p:nvPr>
            <p:ph idx="13" type="title"/>
          </p:nvPr>
        </p:nvSpPr>
        <p:spPr>
          <a:xfrm>
            <a:off x="5668350" y="2603348"/>
            <a:ext cx="12753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300"/>
              <a:t>05</a:t>
            </a:r>
            <a:endParaRPr sz="2300"/>
          </a:p>
        </p:txBody>
      </p:sp>
      <p:cxnSp>
        <p:nvCxnSpPr>
          <p:cNvPr id="330" name="Google Shape;330;p37"/>
          <p:cNvCxnSpPr/>
          <p:nvPr/>
        </p:nvCxnSpPr>
        <p:spPr>
          <a:xfrm>
            <a:off x="6060450" y="3058595"/>
            <a:ext cx="491100" cy="0"/>
          </a:xfrm>
          <a:prstGeom prst="straightConnector1">
            <a:avLst/>
          </a:prstGeom>
          <a:noFill/>
          <a:ln cap="flat" cmpd="sng" w="19050">
            <a:solidFill>
              <a:schemeClr val="accent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8"/>
          <p:cNvSpPr txBox="1"/>
          <p:nvPr>
            <p:ph type="title"/>
          </p:nvPr>
        </p:nvSpPr>
        <p:spPr>
          <a:xfrm>
            <a:off x="720000" y="356950"/>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500"/>
              <a:t>INTRODUCTION</a:t>
            </a:r>
            <a:endParaRPr b="1" sz="3500"/>
          </a:p>
        </p:txBody>
      </p:sp>
      <p:sp>
        <p:nvSpPr>
          <p:cNvPr id="336" name="Google Shape;336;p38"/>
          <p:cNvSpPr txBox="1"/>
          <p:nvPr>
            <p:ph idx="4294967295" type="body"/>
          </p:nvPr>
        </p:nvSpPr>
        <p:spPr>
          <a:xfrm>
            <a:off x="480150" y="956400"/>
            <a:ext cx="8183700" cy="3230700"/>
          </a:xfrm>
          <a:prstGeom prst="rect">
            <a:avLst/>
          </a:prstGeom>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Clr>
                <a:schemeClr val="dk1"/>
              </a:buClr>
              <a:buSzPts val="1400"/>
              <a:buChar char="●"/>
            </a:pPr>
            <a:r>
              <a:rPr lang="en">
                <a:solidFill>
                  <a:schemeClr val="dk1"/>
                </a:solidFill>
              </a:rPr>
              <a:t>Internet of Things (IoT) consists of smart devices that communicate with each other. It enables these devices to collect and exchange data.</a:t>
            </a:r>
            <a:endParaRPr>
              <a:solidFill>
                <a:schemeClr val="dk1"/>
              </a:solidFill>
            </a:endParaRPr>
          </a:p>
          <a:p>
            <a:pPr indent="-317500" lvl="0" marL="457200" rtl="0" algn="just">
              <a:lnSpc>
                <a:spcPct val="150000"/>
              </a:lnSpc>
              <a:spcBef>
                <a:spcPts val="0"/>
              </a:spcBef>
              <a:spcAft>
                <a:spcPts val="0"/>
              </a:spcAft>
              <a:buClr>
                <a:schemeClr val="dk1"/>
              </a:buClr>
              <a:buSzPts val="1400"/>
              <a:buChar char="●"/>
            </a:pPr>
            <a:r>
              <a:rPr lang="en">
                <a:solidFill>
                  <a:schemeClr val="dk1"/>
                </a:solidFill>
              </a:rPr>
              <a:t>IoT Information Communication Technology (ICT) is expected to be a revolution in transferring the information from human-to-human, human-to-things and things-to-things.</a:t>
            </a:r>
            <a:endParaRPr>
              <a:solidFill>
                <a:schemeClr val="dk1"/>
              </a:solidFill>
            </a:endParaRPr>
          </a:p>
          <a:p>
            <a:pPr indent="-317500" lvl="0" marL="457200" rtl="0" algn="just">
              <a:lnSpc>
                <a:spcPct val="150000"/>
              </a:lnSpc>
              <a:spcBef>
                <a:spcPts val="0"/>
              </a:spcBef>
              <a:spcAft>
                <a:spcPts val="0"/>
              </a:spcAft>
              <a:buClr>
                <a:schemeClr val="dk1"/>
              </a:buClr>
              <a:buSzPts val="1400"/>
              <a:buChar char="●"/>
            </a:pPr>
            <a:r>
              <a:rPr lang="en">
                <a:solidFill>
                  <a:schemeClr val="dk1"/>
                </a:solidFill>
              </a:rPr>
              <a:t>The IoT implementation requires a communication protocols that can efficiently manage these conditions.</a:t>
            </a:r>
            <a:endParaRPr>
              <a:solidFill>
                <a:schemeClr val="dk1"/>
              </a:solidFill>
            </a:endParaRPr>
          </a:p>
          <a:p>
            <a:pPr indent="-317500" lvl="0" marL="457200" rtl="0" algn="just">
              <a:lnSpc>
                <a:spcPct val="150000"/>
              </a:lnSpc>
              <a:spcBef>
                <a:spcPts val="0"/>
              </a:spcBef>
              <a:spcAft>
                <a:spcPts val="0"/>
              </a:spcAft>
              <a:buClr>
                <a:schemeClr val="dk1"/>
              </a:buClr>
              <a:buSzPts val="1400"/>
              <a:buChar char="●"/>
            </a:pPr>
            <a:r>
              <a:rPr lang="en">
                <a:solidFill>
                  <a:schemeClr val="dk1"/>
                </a:solidFill>
              </a:rPr>
              <a:t>The IoT environment has enormous number of smart devices and to manage many constraints like processing capability storage volume, short in power life and etc., IoT communication protocols are implemented.</a:t>
            </a:r>
            <a:endParaRPr>
              <a:solidFill>
                <a:schemeClr val="dk1"/>
              </a:solidFill>
            </a:endParaRPr>
          </a:p>
          <a:p>
            <a:pPr indent="0" lvl="0" marL="0" rtl="0" algn="just">
              <a:spcBef>
                <a:spcPts val="1600"/>
              </a:spcBef>
              <a:spcAft>
                <a:spcPts val="1600"/>
              </a:spcAft>
              <a:buNone/>
            </a:pPr>
            <a:r>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9"/>
          <p:cNvSpPr txBox="1"/>
          <p:nvPr>
            <p:ph type="title"/>
          </p:nvPr>
        </p:nvSpPr>
        <p:spPr>
          <a:xfrm>
            <a:off x="441976" y="670410"/>
            <a:ext cx="4632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IoT COMMUNICATION PROTOCOLS</a:t>
            </a:r>
            <a:endParaRPr b="1"/>
          </a:p>
        </p:txBody>
      </p:sp>
      <p:sp>
        <p:nvSpPr>
          <p:cNvPr id="342" name="Google Shape;342;p39"/>
          <p:cNvSpPr txBox="1"/>
          <p:nvPr>
            <p:ph idx="1" type="subTitle"/>
          </p:nvPr>
        </p:nvSpPr>
        <p:spPr>
          <a:xfrm>
            <a:off x="0" y="2017250"/>
            <a:ext cx="5439600" cy="2220000"/>
          </a:xfrm>
          <a:prstGeom prst="rect">
            <a:avLst/>
          </a:prstGeom>
        </p:spPr>
        <p:txBody>
          <a:bodyPr anchorCtr="0" anchor="ctr" bIns="91425" lIns="91425" spcFirstLastPara="1" rIns="91425" wrap="square" tIns="91425">
            <a:noAutofit/>
          </a:bodyPr>
          <a:lstStyle/>
          <a:p>
            <a:pPr indent="-317500" lvl="0" marL="457200" rtl="0" algn="just">
              <a:lnSpc>
                <a:spcPct val="150000"/>
              </a:lnSpc>
              <a:spcBef>
                <a:spcPts val="0"/>
              </a:spcBef>
              <a:spcAft>
                <a:spcPts val="0"/>
              </a:spcAft>
              <a:buSzPts val="1400"/>
              <a:buChar char="●"/>
            </a:pPr>
            <a:r>
              <a:rPr lang="en" sz="1400"/>
              <a:t>IoT communication protocols are modes of communication that ensure optimum security of the data being exchanged between IoT connected devices. </a:t>
            </a:r>
            <a:endParaRPr sz="1400"/>
          </a:p>
          <a:p>
            <a:pPr indent="-317500" lvl="0" marL="457200" rtl="0" algn="just">
              <a:lnSpc>
                <a:spcPct val="150000"/>
              </a:lnSpc>
              <a:spcBef>
                <a:spcPts val="0"/>
              </a:spcBef>
              <a:spcAft>
                <a:spcPts val="0"/>
              </a:spcAft>
              <a:buSzPts val="1400"/>
              <a:buChar char="●"/>
            </a:pPr>
            <a:r>
              <a:rPr lang="en" sz="1400"/>
              <a:t>Several communication protocols are used used in IoT</a:t>
            </a:r>
            <a:endParaRPr sz="1400"/>
          </a:p>
          <a:p>
            <a:pPr indent="-317500" lvl="0" marL="457200" rtl="0" algn="just">
              <a:lnSpc>
                <a:spcPct val="150000"/>
              </a:lnSpc>
              <a:spcBef>
                <a:spcPts val="0"/>
              </a:spcBef>
              <a:spcAft>
                <a:spcPts val="0"/>
              </a:spcAft>
              <a:buSzPts val="1400"/>
              <a:buChar char="●"/>
            </a:pPr>
            <a:r>
              <a:rPr lang="en" sz="1400"/>
              <a:t>The communication protocols for IoT can be categorized into:</a:t>
            </a:r>
            <a:endParaRPr sz="1400"/>
          </a:p>
          <a:p>
            <a:pPr indent="-317500" lvl="0" marL="1371600" rtl="0" algn="l">
              <a:lnSpc>
                <a:spcPct val="150000"/>
              </a:lnSpc>
              <a:spcBef>
                <a:spcPts val="0"/>
              </a:spcBef>
              <a:spcAft>
                <a:spcPts val="0"/>
              </a:spcAft>
              <a:buSzPts val="1400"/>
              <a:buAutoNum type="arabicPeriod"/>
            </a:pPr>
            <a:r>
              <a:rPr b="1" lang="en" sz="1400"/>
              <a:t>LPWAN</a:t>
            </a:r>
            <a:endParaRPr b="1" sz="1400"/>
          </a:p>
          <a:p>
            <a:pPr indent="-317500" lvl="0" marL="1371600" rtl="0" algn="l">
              <a:lnSpc>
                <a:spcPct val="150000"/>
              </a:lnSpc>
              <a:spcBef>
                <a:spcPts val="0"/>
              </a:spcBef>
              <a:spcAft>
                <a:spcPts val="0"/>
              </a:spcAft>
              <a:buSzPts val="1400"/>
              <a:buAutoNum type="arabicPeriod"/>
            </a:pPr>
            <a:r>
              <a:rPr b="1" lang="en" sz="1400"/>
              <a:t>Short Range Network</a:t>
            </a:r>
            <a:endParaRPr b="1"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0"/>
          <p:cNvSpPr txBox="1"/>
          <p:nvPr>
            <p:ph type="title"/>
          </p:nvPr>
        </p:nvSpPr>
        <p:spPr>
          <a:xfrm>
            <a:off x="720000" y="0"/>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LPWAN</a:t>
            </a:r>
            <a:endParaRPr b="1"/>
          </a:p>
        </p:txBody>
      </p:sp>
      <p:sp>
        <p:nvSpPr>
          <p:cNvPr id="348" name="Google Shape;348;p40"/>
          <p:cNvSpPr txBox="1"/>
          <p:nvPr>
            <p:ph idx="1" type="body"/>
          </p:nvPr>
        </p:nvSpPr>
        <p:spPr>
          <a:xfrm>
            <a:off x="720000" y="216175"/>
            <a:ext cx="7704000" cy="3456000"/>
          </a:xfrm>
          <a:prstGeom prst="rect">
            <a:avLst/>
          </a:prstGeom>
        </p:spPr>
        <p:txBody>
          <a:bodyPr anchorCtr="0" anchor="t" bIns="91425" lIns="91425" spcFirstLastPara="1" rIns="91425" wrap="square" tIns="91425">
            <a:noAutofit/>
          </a:bodyPr>
          <a:lstStyle/>
          <a:p>
            <a:pPr indent="-317500" lvl="0" marL="457200" rtl="0" algn="just">
              <a:lnSpc>
                <a:spcPct val="150000"/>
              </a:lnSpc>
              <a:spcBef>
                <a:spcPts val="2000"/>
              </a:spcBef>
              <a:spcAft>
                <a:spcPts val="0"/>
              </a:spcAft>
              <a:buClr>
                <a:schemeClr val="dk1"/>
              </a:buClr>
              <a:buSzPts val="1400"/>
              <a:buChar char="●"/>
            </a:pPr>
            <a:r>
              <a:rPr lang="en" sz="1400">
                <a:solidFill>
                  <a:schemeClr val="dk1"/>
                </a:solidFill>
              </a:rPr>
              <a:t>Low-power WAN (LPWAN) is a wireless wide area network technology that interconnects low-bandwidth, battery-powered devices with low bit rates over long ranges.</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Created for </a:t>
            </a:r>
            <a:r>
              <a:rPr lang="en" sz="1400">
                <a:solidFill>
                  <a:schemeClr val="dk1"/>
                </a:solidFill>
                <a:uFill>
                  <a:noFill/>
                </a:uFill>
                <a:hlinkClick r:id="rId3">
                  <a:extLst>
                    <a:ext uri="{A12FA001-AC4F-418D-AE19-62706E023703}">
                      <ahyp:hlinkClr val="tx"/>
                    </a:ext>
                  </a:extLst>
                </a:hlinkClick>
              </a:rPr>
              <a:t>machine-to-machine (M2M)</a:t>
            </a:r>
            <a:r>
              <a:rPr lang="en" sz="1400">
                <a:solidFill>
                  <a:schemeClr val="dk1"/>
                </a:solidFill>
              </a:rPr>
              <a:t> and </a:t>
            </a:r>
            <a:r>
              <a:rPr lang="en" sz="1400">
                <a:solidFill>
                  <a:schemeClr val="dk1"/>
                </a:solidFill>
                <a:uFill>
                  <a:noFill/>
                </a:uFill>
                <a:hlinkClick r:id="rId4">
                  <a:extLst>
                    <a:ext uri="{A12FA001-AC4F-418D-AE19-62706E023703}">
                      <ahyp:hlinkClr val="tx"/>
                    </a:ext>
                  </a:extLst>
                </a:hlinkClick>
              </a:rPr>
              <a:t>internet of things (IoT)</a:t>
            </a:r>
            <a:r>
              <a:rPr lang="en" sz="1400">
                <a:solidFill>
                  <a:schemeClr val="dk1"/>
                </a:solidFill>
              </a:rPr>
              <a:t> networks, LPWANs operate at a lower cost with greater power efficiency than traditional mobile networks. They are also able to support a greater number of connected devices over a larger area.</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LPWANs can accommodate packet sizes from 10 to 1,000 bytes at uplink speeds up to 200 Kbps.</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The low power, low bit rate, and intended use distinguish this type of network from a wireless WAN that is designed to connect users or businesses, and carry more data, using less power.</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There are 2 types of LPWAN:</a:t>
            </a:r>
            <a:endParaRPr sz="1400">
              <a:solidFill>
                <a:schemeClr val="dk1"/>
              </a:solidFill>
            </a:endParaRPr>
          </a:p>
          <a:p>
            <a:pPr indent="-317500" lvl="0" marL="1828800" rtl="0" algn="just">
              <a:lnSpc>
                <a:spcPct val="150000"/>
              </a:lnSpc>
              <a:spcBef>
                <a:spcPts val="0"/>
              </a:spcBef>
              <a:spcAft>
                <a:spcPts val="0"/>
              </a:spcAft>
              <a:buClr>
                <a:schemeClr val="dk1"/>
              </a:buClr>
              <a:buSzPts val="1400"/>
              <a:buAutoNum type="arabicPeriod"/>
            </a:pPr>
            <a:r>
              <a:rPr b="1" lang="en" sz="1400">
                <a:solidFill>
                  <a:schemeClr val="dk1"/>
                </a:solidFill>
              </a:rPr>
              <a:t>SigFox       2.Cellular</a:t>
            </a:r>
            <a:endParaRPr b="1" sz="1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1"/>
          <p:cNvSpPr txBox="1"/>
          <p:nvPr>
            <p:ph type="title"/>
          </p:nvPr>
        </p:nvSpPr>
        <p:spPr>
          <a:xfrm>
            <a:off x="720000" y="102600"/>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SIGFOX</a:t>
            </a:r>
            <a:endParaRPr b="1"/>
          </a:p>
        </p:txBody>
      </p:sp>
      <p:sp>
        <p:nvSpPr>
          <p:cNvPr id="354" name="Google Shape;354;p41"/>
          <p:cNvSpPr txBox="1"/>
          <p:nvPr>
            <p:ph idx="1" type="body"/>
          </p:nvPr>
        </p:nvSpPr>
        <p:spPr>
          <a:xfrm>
            <a:off x="720000" y="585300"/>
            <a:ext cx="7704000" cy="3019500"/>
          </a:xfrm>
          <a:prstGeom prst="rect">
            <a:avLst/>
          </a:prstGeom>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Clr>
                <a:schemeClr val="dk1"/>
              </a:buClr>
              <a:buSzPts val="1400"/>
              <a:buChar char="●"/>
            </a:pPr>
            <a:r>
              <a:rPr lang="en" sz="1400">
                <a:solidFill>
                  <a:schemeClr val="dk1"/>
                </a:solidFill>
              </a:rPr>
              <a:t>SigFox is a type of LPWAN. It is a low power technology for wireless communication of a diverse range of low energy objects such as sensors and M2M applications. </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In simple words, it is a network operator that builds a wireless network for low power objects, which needs to be continuously on and </a:t>
            </a:r>
            <a:r>
              <a:rPr lang="en" sz="1400">
                <a:solidFill>
                  <a:schemeClr val="dk1"/>
                </a:solidFill>
              </a:rPr>
              <a:t>emit</a:t>
            </a:r>
            <a:r>
              <a:rPr lang="en" sz="1400">
                <a:solidFill>
                  <a:schemeClr val="dk1"/>
                </a:solidFill>
              </a:rPr>
              <a:t> some amount of data. </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The SigFox wireless interface has been developed to enable any communications that take place to consume a minimum amount of power. </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In this way the remote devices can run on battery power for very extended periods without the need for any battery changes or maintenance.</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Its range of transportation of small amounts of data is upto </a:t>
            </a:r>
            <a:r>
              <a:rPr lang="en" sz="1400">
                <a:solidFill>
                  <a:schemeClr val="dk1"/>
                </a:solidFill>
              </a:rPr>
              <a:t>50 km</a:t>
            </a:r>
            <a:r>
              <a:rPr lang="en" sz="1400">
                <a:solidFill>
                  <a:schemeClr val="dk1"/>
                </a:solidFill>
              </a:rPr>
              <a:t>.</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It uses Ultra Narrow Band (UNB) technology, which is designed to handle only low data transfer speed of 10 to 1000 bits per second and can run on a small battery.</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It is an inexpensive, reliable and a low power solution to connect sensors and devices.</a:t>
            </a:r>
            <a:endParaRPr sz="1400">
              <a:solidFill>
                <a:schemeClr val="dk1"/>
              </a:solidFill>
            </a:endParaRPr>
          </a:p>
        </p:txBody>
      </p:sp>
      <p:pic>
        <p:nvPicPr>
          <p:cNvPr id="355" name="Google Shape;355;p41"/>
          <p:cNvPicPr preferRelativeResize="0"/>
          <p:nvPr/>
        </p:nvPicPr>
        <p:blipFill>
          <a:blip r:embed="rId3">
            <a:alphaModFix/>
          </a:blip>
          <a:stretch>
            <a:fillRect/>
          </a:stretch>
        </p:blipFill>
        <p:spPr>
          <a:xfrm>
            <a:off x="6637950" y="4592323"/>
            <a:ext cx="1786051" cy="551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2"/>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CELLULAR</a:t>
            </a:r>
            <a:endParaRPr b="1"/>
          </a:p>
        </p:txBody>
      </p:sp>
      <p:sp>
        <p:nvSpPr>
          <p:cNvPr id="361" name="Google Shape;361;p42"/>
          <p:cNvSpPr txBox="1"/>
          <p:nvPr>
            <p:ph idx="1" type="body"/>
          </p:nvPr>
        </p:nvSpPr>
        <p:spPr>
          <a:xfrm>
            <a:off x="720000" y="1152475"/>
            <a:ext cx="7704000" cy="3456000"/>
          </a:xfrm>
          <a:prstGeom prst="rect">
            <a:avLst/>
          </a:prstGeom>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Clr>
                <a:schemeClr val="dk1"/>
              </a:buClr>
              <a:buSzPts val="1400"/>
              <a:buChar char="●"/>
            </a:pPr>
            <a:r>
              <a:rPr lang="en" sz="1400">
                <a:solidFill>
                  <a:schemeClr val="dk1"/>
                </a:solidFill>
              </a:rPr>
              <a:t>Applications that need high throughput data and a power source of IoT application that requires operation over longer distances, cellular technology is a great fit.</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In simple words, cellular IoT is the technology that connects physical objects to the Internet utilising the same cellular network currently used by smartphones.</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It is capable of communicating with GSM/3G/4G which provide high speed connectivity to the internet.</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Since it is high power consumption, it is not suitable for M2M or local network communication.</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It is most commonly used by mobile devices.</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en" sz="1400">
                <a:solidFill>
                  <a:schemeClr val="dk1"/>
                </a:solidFill>
              </a:rPr>
              <a:t>Cellular topology depends on various  based technology.</a:t>
            </a:r>
            <a:endParaRPr sz="14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3"/>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SHORT RANGE NETWORK</a:t>
            </a:r>
            <a:endParaRPr b="1"/>
          </a:p>
        </p:txBody>
      </p:sp>
      <p:sp>
        <p:nvSpPr>
          <p:cNvPr id="367" name="Google Shape;367;p43"/>
          <p:cNvSpPr txBox="1"/>
          <p:nvPr/>
        </p:nvSpPr>
        <p:spPr>
          <a:xfrm>
            <a:off x="914400" y="1201206"/>
            <a:ext cx="7315200" cy="2986200"/>
          </a:xfrm>
          <a:prstGeom prst="rect">
            <a:avLst/>
          </a:prstGeom>
          <a:noFill/>
          <a:ln>
            <a:noFill/>
          </a:ln>
        </p:spPr>
        <p:txBody>
          <a:bodyPr anchorCtr="0" anchor="t" bIns="91425" lIns="91425" spcFirstLastPara="1" rIns="91425" wrap="square" tIns="91425">
            <a:spAutoFit/>
          </a:bodyPr>
          <a:lstStyle/>
          <a:p>
            <a:pPr indent="-317500" lvl="0" marL="457200" rtl="0" algn="just">
              <a:lnSpc>
                <a:spcPct val="150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A number of different wireless technologies have been developed for very short distances. These are referred to as 'short-range wireless communication. Signals travel from a few centimeters to several meters.</a:t>
            </a:r>
            <a:endParaRPr>
              <a:solidFill>
                <a:schemeClr val="dk1"/>
              </a:solidFill>
              <a:latin typeface="Open Sans"/>
              <a:ea typeface="Open Sans"/>
              <a:cs typeface="Open Sans"/>
              <a:sym typeface="Open Sans"/>
            </a:endParaRPr>
          </a:p>
          <a:p>
            <a:pPr indent="-317500" lvl="0" marL="457200" rtl="0" algn="just">
              <a:lnSpc>
                <a:spcPct val="150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This system characterize a wide range of scenarios, technologies, and requirements. </a:t>
            </a:r>
            <a:endParaRPr>
              <a:solidFill>
                <a:schemeClr val="dk1"/>
              </a:solidFill>
              <a:latin typeface="Open Sans"/>
              <a:ea typeface="Open Sans"/>
              <a:cs typeface="Open Sans"/>
              <a:sym typeface="Open Sans"/>
            </a:endParaRPr>
          </a:p>
          <a:p>
            <a:pPr indent="-317500" lvl="0" marL="457200" rtl="0" algn="just">
              <a:lnSpc>
                <a:spcPct val="150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Short range communication is defined as the systems providing wireless connectivity within a local sphere of interaction.</a:t>
            </a:r>
            <a:endParaRPr>
              <a:solidFill>
                <a:schemeClr val="dk1"/>
              </a:solidFill>
              <a:latin typeface="Open Sans"/>
              <a:ea typeface="Open Sans"/>
              <a:cs typeface="Open Sans"/>
              <a:sym typeface="Open Sans"/>
            </a:endParaRPr>
          </a:p>
          <a:p>
            <a:pPr indent="-317500" lvl="0" marL="457200" rtl="0" algn="just">
              <a:lnSpc>
                <a:spcPct val="150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The following are the types of short range networks:</a:t>
            </a:r>
            <a:endParaRPr>
              <a:solidFill>
                <a:schemeClr val="dk1"/>
              </a:solidFill>
              <a:latin typeface="Open Sans"/>
              <a:ea typeface="Open Sans"/>
              <a:cs typeface="Open Sans"/>
              <a:sym typeface="Open Sans"/>
            </a:endParaRPr>
          </a:p>
          <a:p>
            <a:pPr indent="-317500" lvl="0" marL="914400" rtl="0" algn="just">
              <a:lnSpc>
                <a:spcPct val="150000"/>
              </a:lnSpc>
              <a:spcBef>
                <a:spcPts val="0"/>
              </a:spcBef>
              <a:spcAft>
                <a:spcPts val="0"/>
              </a:spcAft>
              <a:buClr>
                <a:schemeClr val="dk1"/>
              </a:buClr>
              <a:buSzPts val="1400"/>
              <a:buFont typeface="Open Sans"/>
              <a:buAutoNum type="arabicPeriod"/>
            </a:pPr>
            <a:r>
              <a:rPr b="1" lang="en">
                <a:solidFill>
                  <a:schemeClr val="dk1"/>
                </a:solidFill>
                <a:latin typeface="Open Sans"/>
                <a:ea typeface="Open Sans"/>
                <a:cs typeface="Open Sans"/>
                <a:sym typeface="Open Sans"/>
              </a:rPr>
              <a:t>6LoWPAN     2.    ZigBee     3.  BLE     4.   RFID     5.   NFC     6.   Z- WAVE</a:t>
            </a:r>
            <a:endParaRPr b="1">
              <a:solidFill>
                <a:schemeClr val="dk1"/>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4"/>
          <p:cNvSpPr txBox="1"/>
          <p:nvPr>
            <p:ph type="title"/>
          </p:nvPr>
        </p:nvSpPr>
        <p:spPr>
          <a:xfrm>
            <a:off x="720000" y="94475"/>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500"/>
              <a:t>6LoWPAN</a:t>
            </a:r>
            <a:endParaRPr b="1" sz="3500"/>
          </a:p>
        </p:txBody>
      </p:sp>
      <p:sp>
        <p:nvSpPr>
          <p:cNvPr id="373" name="Google Shape;373;p44"/>
          <p:cNvSpPr txBox="1"/>
          <p:nvPr/>
        </p:nvSpPr>
        <p:spPr>
          <a:xfrm>
            <a:off x="780900" y="577175"/>
            <a:ext cx="7582200" cy="4602300"/>
          </a:xfrm>
          <a:prstGeom prst="rect">
            <a:avLst/>
          </a:prstGeom>
          <a:noFill/>
          <a:ln>
            <a:noFill/>
          </a:ln>
        </p:spPr>
        <p:txBody>
          <a:bodyPr anchorCtr="0" anchor="t" bIns="91425" lIns="91425" spcFirstLastPara="1" rIns="91425" wrap="square" tIns="91425">
            <a:spAutoFit/>
          </a:bodyPr>
          <a:lstStyle/>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6LoWPAN is an acronym of IPv6 over Low-Power Wireless Personal Area Networks.</a:t>
            </a:r>
            <a:endParaRPr>
              <a:latin typeface="Open Sans"/>
              <a:ea typeface="Open Sans"/>
              <a:cs typeface="Open Sans"/>
              <a:sym typeface="Open Sans"/>
            </a:endParaRPr>
          </a:p>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6loWPAN is the first and commonly used standard in IoT communication protocols, since it is an IP-based standard internetworking protocol. </a:t>
            </a:r>
            <a:endParaRPr>
              <a:latin typeface="Open Sans"/>
              <a:ea typeface="Open Sans"/>
              <a:cs typeface="Open Sans"/>
              <a:sym typeface="Open Sans"/>
            </a:endParaRPr>
          </a:p>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It can be connected directly with another IP network without intermediate entities like translation gateways or proxies.</a:t>
            </a:r>
            <a:endParaRPr>
              <a:latin typeface="Open Sans"/>
              <a:ea typeface="Open Sans"/>
              <a:cs typeface="Open Sans"/>
              <a:sym typeface="Open Sans"/>
            </a:endParaRPr>
          </a:p>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It is created by the Internet Engineering Task Force (IETF) which is a standard IP communication over low power wireless IEEE802.15.4 network utilizing IPv6.</a:t>
            </a:r>
            <a:endParaRPr>
              <a:latin typeface="Open Sans"/>
              <a:ea typeface="Open Sans"/>
              <a:cs typeface="Open Sans"/>
              <a:sym typeface="Open Sans"/>
            </a:endParaRPr>
          </a:p>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It supports 2</a:t>
            </a:r>
            <a:r>
              <a:rPr baseline="30000" lang="en">
                <a:latin typeface="Open Sans"/>
                <a:ea typeface="Open Sans"/>
                <a:cs typeface="Open Sans"/>
                <a:sym typeface="Open Sans"/>
              </a:rPr>
              <a:t>128</a:t>
            </a:r>
            <a:r>
              <a:rPr lang="en">
                <a:latin typeface="Open Sans"/>
                <a:ea typeface="Open Sans"/>
                <a:cs typeface="Open Sans"/>
                <a:sym typeface="Open Sans"/>
              </a:rPr>
              <a:t> IP addresses, so the numbers of addresses are more than sufficient.</a:t>
            </a:r>
            <a:endParaRPr>
              <a:latin typeface="Open Sans"/>
              <a:ea typeface="Open Sans"/>
              <a:cs typeface="Open Sans"/>
              <a:sym typeface="Open Sans"/>
            </a:endParaRPr>
          </a:p>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It is also low cost, low bandwidth power consumption and aims at supporting different lengths of addresses.</a:t>
            </a:r>
            <a:endParaRPr>
              <a:latin typeface="Open Sans"/>
              <a:ea typeface="Open Sans"/>
              <a:cs typeface="Open Sans"/>
              <a:sym typeface="Open Sans"/>
            </a:endParaRPr>
          </a:p>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It supports different types of topologies like mesh and star topology. </a:t>
            </a:r>
            <a:endParaRPr>
              <a:latin typeface="Open Sans"/>
              <a:ea typeface="Open Sans"/>
              <a:cs typeface="Open Sans"/>
              <a:sym typeface="Open Sans"/>
            </a:endParaRPr>
          </a:p>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It proposes an adaptation layer in between the MAC layer and the network layer (IPv6) in order to handle interoperability between IEEE 802.15.4 and IPv6.</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5"/>
          <p:cNvSpPr txBox="1"/>
          <p:nvPr>
            <p:ph type="title"/>
          </p:nvPr>
        </p:nvSpPr>
        <p:spPr>
          <a:xfrm>
            <a:off x="720000" y="304350"/>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PROTOCOL STACK</a:t>
            </a:r>
            <a:endParaRPr b="1"/>
          </a:p>
        </p:txBody>
      </p:sp>
      <p:pic>
        <p:nvPicPr>
          <p:cNvPr id="379" name="Google Shape;379;p45"/>
          <p:cNvPicPr preferRelativeResize="0"/>
          <p:nvPr/>
        </p:nvPicPr>
        <p:blipFill>
          <a:blip r:embed="rId3">
            <a:alphaModFix/>
          </a:blip>
          <a:stretch>
            <a:fillRect/>
          </a:stretch>
        </p:blipFill>
        <p:spPr>
          <a:xfrm>
            <a:off x="964900" y="1017702"/>
            <a:ext cx="7214200" cy="3235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6"/>
          <p:cNvSpPr txBox="1"/>
          <p:nvPr>
            <p:ph type="title"/>
          </p:nvPr>
        </p:nvSpPr>
        <p:spPr>
          <a:xfrm>
            <a:off x="720000" y="113525"/>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500"/>
              <a:t>ZigBee</a:t>
            </a:r>
            <a:endParaRPr b="1" sz="3500"/>
          </a:p>
        </p:txBody>
      </p:sp>
      <p:sp>
        <p:nvSpPr>
          <p:cNvPr id="385" name="Google Shape;385;p46"/>
          <p:cNvSpPr txBox="1"/>
          <p:nvPr/>
        </p:nvSpPr>
        <p:spPr>
          <a:xfrm>
            <a:off x="623100" y="991425"/>
            <a:ext cx="7897800" cy="2986200"/>
          </a:xfrm>
          <a:prstGeom prst="rect">
            <a:avLst/>
          </a:prstGeom>
          <a:noFill/>
          <a:ln>
            <a:noFill/>
          </a:ln>
        </p:spPr>
        <p:txBody>
          <a:bodyPr anchorCtr="0" anchor="t" bIns="91425" lIns="91425" spcFirstLastPara="1" rIns="91425" wrap="square" tIns="91425">
            <a:spAutoFit/>
          </a:bodyPr>
          <a:lstStyle/>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ZigBee protocol is created by ZigBee Alliance based on low-power wireless IEEE802.15.4 networks standard.</a:t>
            </a:r>
            <a:endParaRPr>
              <a:latin typeface="Open Sans"/>
              <a:ea typeface="Open Sans"/>
              <a:cs typeface="Open Sans"/>
              <a:sym typeface="Open Sans"/>
            </a:endParaRPr>
          </a:p>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It is the most competitive alternative to 6LoWPAN. Both use the same IEEE802.15.4 protocol at the physical layer.</a:t>
            </a:r>
            <a:endParaRPr>
              <a:latin typeface="Open Sans"/>
              <a:ea typeface="Open Sans"/>
              <a:cs typeface="Open Sans"/>
              <a:sym typeface="Open Sans"/>
            </a:endParaRPr>
          </a:p>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It is created to be a standard to suite high level low cost communication protocols creating PAN from small size, low power digital radios that transmit data over longer distance and  it will be used in applications that require a low data rate, longer battery life and secure network devices.</a:t>
            </a:r>
            <a:endParaRPr>
              <a:latin typeface="Open Sans"/>
              <a:ea typeface="Open Sans"/>
              <a:cs typeface="Open Sans"/>
              <a:sym typeface="Open Sans"/>
            </a:endParaRPr>
          </a:p>
          <a:p>
            <a:pPr indent="-317500" lvl="0" marL="457200" rtl="0" algn="just">
              <a:lnSpc>
                <a:spcPct val="150000"/>
              </a:lnSpc>
              <a:spcBef>
                <a:spcPts val="0"/>
              </a:spcBef>
              <a:spcAft>
                <a:spcPts val="0"/>
              </a:spcAft>
              <a:buSzPts val="1400"/>
              <a:buFont typeface="Open Sans"/>
              <a:buChar char="●"/>
            </a:pPr>
            <a:r>
              <a:rPr lang="en">
                <a:latin typeface="Open Sans"/>
                <a:ea typeface="Open Sans"/>
                <a:cs typeface="Open Sans"/>
                <a:sym typeface="Open Sans"/>
              </a:rPr>
              <a:t>It can </a:t>
            </a:r>
            <a:r>
              <a:rPr lang="en">
                <a:latin typeface="Open Sans"/>
                <a:ea typeface="Open Sans"/>
                <a:cs typeface="Open Sans"/>
                <a:sym typeface="Open Sans"/>
              </a:rPr>
              <a:t>support</a:t>
            </a:r>
            <a:r>
              <a:rPr lang="en">
                <a:latin typeface="Open Sans"/>
                <a:ea typeface="Open Sans"/>
                <a:cs typeface="Open Sans"/>
                <a:sym typeface="Open Sans"/>
              </a:rPr>
              <a:t> topologies like mesh, star, and tree network topology.</a:t>
            </a:r>
            <a:endParaRPr>
              <a:latin typeface="Open Sans"/>
              <a:ea typeface="Open Sans"/>
              <a:cs typeface="Open Sans"/>
              <a:sym typeface="Open Sans"/>
            </a:endParaRPr>
          </a:p>
        </p:txBody>
      </p:sp>
      <p:pic>
        <p:nvPicPr>
          <p:cNvPr id="386" name="Google Shape;386;p46"/>
          <p:cNvPicPr preferRelativeResize="0"/>
          <p:nvPr/>
        </p:nvPicPr>
        <p:blipFill>
          <a:blip r:embed="rId3">
            <a:alphaModFix/>
          </a:blip>
          <a:stretch>
            <a:fillRect/>
          </a:stretch>
        </p:blipFill>
        <p:spPr>
          <a:xfrm>
            <a:off x="0" y="3870150"/>
            <a:ext cx="2263750" cy="12733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7"/>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500"/>
              <a:t>BLE</a:t>
            </a:r>
            <a:endParaRPr b="1" sz="3500"/>
          </a:p>
        </p:txBody>
      </p:sp>
      <p:sp>
        <p:nvSpPr>
          <p:cNvPr id="392" name="Google Shape;392;p47"/>
          <p:cNvSpPr txBox="1"/>
          <p:nvPr>
            <p:ph idx="1" type="body"/>
          </p:nvPr>
        </p:nvSpPr>
        <p:spPr>
          <a:xfrm>
            <a:off x="720000" y="1152475"/>
            <a:ext cx="7704000" cy="34560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Char char="●"/>
            </a:pPr>
            <a:r>
              <a:rPr lang="en" sz="1400">
                <a:solidFill>
                  <a:schemeClr val="dk1"/>
                </a:solidFill>
              </a:rPr>
              <a:t>BLE (Bluetooth Low Energy) is a significant protocol for IoT application.</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It is also known as Bluetooth smart.</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It is designed and developed for short-range, low bandwidth and low latency for IoT applications.</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Its advantages include lower power consumption, lower setup time and supports star network topology with unlimited number of nodes.</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It is different from regular bluetooth. Bluetooth is used for network requiring data exchange as well as wireless headset and other consumer devices.</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Whereas BLE is used for applications such as mobile payment, ticketing or access control.</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Both technology based devices are of low cost.</a:t>
            </a:r>
            <a:endParaRPr sz="1400">
              <a:solidFill>
                <a:schemeClr val="dk1"/>
              </a:solidFill>
            </a:endParaRPr>
          </a:p>
        </p:txBody>
      </p:sp>
      <p:pic>
        <p:nvPicPr>
          <p:cNvPr id="393" name="Google Shape;393;p47"/>
          <p:cNvPicPr preferRelativeResize="0"/>
          <p:nvPr/>
        </p:nvPicPr>
        <p:blipFill>
          <a:blip r:embed="rId3">
            <a:alphaModFix/>
          </a:blip>
          <a:stretch>
            <a:fillRect/>
          </a:stretch>
        </p:blipFill>
        <p:spPr>
          <a:xfrm>
            <a:off x="6280875" y="4182125"/>
            <a:ext cx="2143125" cy="704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8"/>
          <p:cNvSpPr txBox="1"/>
          <p:nvPr>
            <p:ph type="title"/>
          </p:nvPr>
        </p:nvSpPr>
        <p:spPr>
          <a:xfrm>
            <a:off x="720000" y="77175"/>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500"/>
              <a:t>RFID</a:t>
            </a:r>
            <a:endParaRPr b="1" sz="3500"/>
          </a:p>
        </p:txBody>
      </p:sp>
      <p:sp>
        <p:nvSpPr>
          <p:cNvPr id="399" name="Google Shape;399;p48"/>
          <p:cNvSpPr txBox="1"/>
          <p:nvPr>
            <p:ph idx="1" type="body"/>
          </p:nvPr>
        </p:nvSpPr>
        <p:spPr>
          <a:xfrm>
            <a:off x="720000" y="559875"/>
            <a:ext cx="7704000" cy="34560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Char char="●"/>
            </a:pPr>
            <a:r>
              <a:rPr lang="en" sz="1400"/>
              <a:t>RFID (Radio Frequency Identification) refers to a wireless system comprised of two components: tags and readers.</a:t>
            </a:r>
            <a:endParaRPr sz="1400"/>
          </a:p>
          <a:p>
            <a:pPr indent="-317500" lvl="0" marL="457200" rtl="0" algn="l">
              <a:lnSpc>
                <a:spcPct val="150000"/>
              </a:lnSpc>
              <a:spcBef>
                <a:spcPts val="0"/>
              </a:spcBef>
              <a:spcAft>
                <a:spcPts val="0"/>
              </a:spcAft>
              <a:buSzPts val="1400"/>
              <a:buChar char="●"/>
            </a:pPr>
            <a:r>
              <a:rPr lang="en" sz="1400"/>
              <a:t>The reading device is called reader and a small radio frequency transponder called RF tag.</a:t>
            </a:r>
            <a:endParaRPr sz="1400"/>
          </a:p>
          <a:p>
            <a:pPr indent="-317500" lvl="0" marL="457200" rtl="0" algn="l">
              <a:lnSpc>
                <a:spcPct val="150000"/>
              </a:lnSpc>
              <a:spcBef>
                <a:spcPts val="0"/>
              </a:spcBef>
              <a:spcAft>
                <a:spcPts val="0"/>
              </a:spcAft>
              <a:buSzPts val="1400"/>
              <a:buChar char="●"/>
            </a:pPr>
            <a:r>
              <a:rPr lang="en" sz="1400"/>
              <a:t>The reader has one or more antennas that emit radio waves and receives signals back from the RFID tag.</a:t>
            </a:r>
            <a:endParaRPr sz="1400"/>
          </a:p>
          <a:p>
            <a:pPr indent="-317500" lvl="0" marL="457200" rtl="0" algn="l">
              <a:lnSpc>
                <a:spcPct val="150000"/>
              </a:lnSpc>
              <a:spcBef>
                <a:spcPts val="0"/>
              </a:spcBef>
              <a:spcAft>
                <a:spcPts val="0"/>
              </a:spcAft>
              <a:buSzPts val="1400"/>
              <a:buChar char="●"/>
            </a:pPr>
            <a:r>
              <a:rPr lang="en" sz="1400"/>
              <a:t>Tags use </a:t>
            </a:r>
            <a:r>
              <a:rPr lang="en" sz="1400"/>
              <a:t>radio waves</a:t>
            </a:r>
            <a:r>
              <a:rPr lang="en" sz="1400"/>
              <a:t> to communicate their identity and other information to nearby readers.</a:t>
            </a:r>
            <a:endParaRPr sz="1400"/>
          </a:p>
          <a:p>
            <a:pPr indent="-317500" lvl="0" marL="457200" rtl="0" algn="l">
              <a:lnSpc>
                <a:spcPct val="150000"/>
              </a:lnSpc>
              <a:spcBef>
                <a:spcPts val="0"/>
              </a:spcBef>
              <a:spcAft>
                <a:spcPts val="0"/>
              </a:spcAft>
              <a:buSzPts val="1400"/>
              <a:buChar char="●"/>
            </a:pPr>
            <a:r>
              <a:rPr lang="en" sz="1400"/>
              <a:t>Tags can be active or passive. Passive RFID tags are powered by the reader and do not have  a battery as it uses lower frequencies.</a:t>
            </a:r>
            <a:endParaRPr sz="1400"/>
          </a:p>
          <a:p>
            <a:pPr indent="-317500" lvl="0" marL="457200" rtl="0" algn="l">
              <a:lnSpc>
                <a:spcPct val="150000"/>
              </a:lnSpc>
              <a:spcBef>
                <a:spcPts val="0"/>
              </a:spcBef>
              <a:spcAft>
                <a:spcPts val="0"/>
              </a:spcAft>
              <a:buSzPts val="1400"/>
              <a:buChar char="●"/>
            </a:pPr>
            <a:r>
              <a:rPr lang="en" sz="1400"/>
              <a:t>Active RFID tags are battery-powered, more expensive and use high frequencies.</a:t>
            </a:r>
            <a:endParaRPr sz="1400"/>
          </a:p>
          <a:p>
            <a:pPr indent="-317500" lvl="0" marL="457200" rtl="0" algn="l">
              <a:lnSpc>
                <a:spcPct val="150000"/>
              </a:lnSpc>
              <a:spcBef>
                <a:spcPts val="0"/>
              </a:spcBef>
              <a:spcAft>
                <a:spcPts val="0"/>
              </a:spcAft>
              <a:buSzPts val="1400"/>
              <a:buChar char="●"/>
            </a:pPr>
            <a:r>
              <a:rPr lang="en" sz="1400"/>
              <a:t>IoT applications using RFID are smart shopping, national and agriculture.</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49"/>
          <p:cNvPicPr preferRelativeResize="0"/>
          <p:nvPr/>
        </p:nvPicPr>
        <p:blipFill>
          <a:blip r:embed="rId3">
            <a:alphaModFix/>
          </a:blip>
          <a:stretch>
            <a:fillRect/>
          </a:stretch>
        </p:blipFill>
        <p:spPr>
          <a:xfrm>
            <a:off x="1038363" y="152400"/>
            <a:ext cx="7067277"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0"/>
          <p:cNvSpPr txBox="1"/>
          <p:nvPr>
            <p:ph type="title"/>
          </p:nvPr>
        </p:nvSpPr>
        <p:spPr>
          <a:xfrm>
            <a:off x="720000" y="535000"/>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500"/>
              <a:t>NFC</a:t>
            </a:r>
            <a:endParaRPr b="1" sz="3500"/>
          </a:p>
        </p:txBody>
      </p:sp>
      <p:sp>
        <p:nvSpPr>
          <p:cNvPr id="410" name="Google Shape;410;p50"/>
          <p:cNvSpPr txBox="1"/>
          <p:nvPr>
            <p:ph idx="1" type="body"/>
          </p:nvPr>
        </p:nvSpPr>
        <p:spPr>
          <a:xfrm>
            <a:off x="720000" y="1152475"/>
            <a:ext cx="7704000" cy="34560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Char char="●"/>
            </a:pPr>
            <a:r>
              <a:rPr lang="en" sz="1400"/>
              <a:t>NFC (Near-Field Communication) is a very short range wireless communication technology that enables communication between two electronic devices by touching them together or bringing them together with a distance of </a:t>
            </a:r>
            <a:r>
              <a:rPr lang="en" sz="1400"/>
              <a:t>4 cm</a:t>
            </a:r>
            <a:r>
              <a:rPr lang="en" sz="1400"/>
              <a:t> or less.</a:t>
            </a:r>
            <a:endParaRPr sz="1400"/>
          </a:p>
          <a:p>
            <a:pPr indent="-317500" lvl="0" marL="457200" rtl="0" algn="l">
              <a:lnSpc>
                <a:spcPct val="150000"/>
              </a:lnSpc>
              <a:spcBef>
                <a:spcPts val="0"/>
              </a:spcBef>
              <a:spcAft>
                <a:spcPts val="0"/>
              </a:spcAft>
              <a:buSzPts val="1400"/>
              <a:buChar char="●"/>
            </a:pPr>
            <a:r>
              <a:rPr lang="en" sz="1400"/>
              <a:t>NFC uses similar technology principles in RFID. However,  it is not only used for identification but also for more elaborate two-way communication.</a:t>
            </a:r>
            <a:endParaRPr sz="1400"/>
          </a:p>
          <a:p>
            <a:pPr indent="-317500" lvl="0" marL="457200" rtl="0" algn="l">
              <a:lnSpc>
                <a:spcPct val="150000"/>
              </a:lnSpc>
              <a:spcBef>
                <a:spcPts val="0"/>
              </a:spcBef>
              <a:spcAft>
                <a:spcPts val="0"/>
              </a:spcAft>
              <a:buSzPts val="1400"/>
              <a:buChar char="●"/>
            </a:pPr>
            <a:r>
              <a:rPr lang="en" sz="1400"/>
              <a:t>It has a tag that can contain small amount of data and this can only be read or edited by the device.</a:t>
            </a:r>
            <a:endParaRPr sz="1400"/>
          </a:p>
          <a:p>
            <a:pPr indent="-317500" lvl="0" marL="457200" rtl="0" algn="l">
              <a:lnSpc>
                <a:spcPct val="150000"/>
              </a:lnSpc>
              <a:spcBef>
                <a:spcPts val="0"/>
              </a:spcBef>
              <a:spcAft>
                <a:spcPts val="0"/>
              </a:spcAft>
              <a:buSzPts val="1400"/>
              <a:buChar char="●"/>
            </a:pPr>
            <a:r>
              <a:rPr lang="en" sz="1400"/>
              <a:t>This technology is used in </a:t>
            </a:r>
            <a:r>
              <a:rPr lang="en" sz="1400"/>
              <a:t>mobile</a:t>
            </a:r>
            <a:r>
              <a:rPr lang="en" sz="1400"/>
              <a:t> phones, </a:t>
            </a:r>
            <a:r>
              <a:rPr lang="en" sz="1400"/>
              <a:t>industrial</a:t>
            </a:r>
            <a:r>
              <a:rPr lang="en" sz="1400"/>
              <a:t> applications and contactless payment systems.</a:t>
            </a:r>
            <a:endParaRPr sz="1400"/>
          </a:p>
          <a:p>
            <a:pPr indent="-317500" lvl="0" marL="457200" rtl="0" algn="l">
              <a:lnSpc>
                <a:spcPct val="150000"/>
              </a:lnSpc>
              <a:spcBef>
                <a:spcPts val="0"/>
              </a:spcBef>
              <a:spcAft>
                <a:spcPts val="0"/>
              </a:spcAft>
              <a:buSzPts val="1400"/>
              <a:buChar char="●"/>
            </a:pPr>
            <a:r>
              <a:rPr lang="en" sz="1400"/>
              <a:t>There are three main operating modes for NFC:</a:t>
            </a:r>
            <a:endParaRPr sz="1400"/>
          </a:p>
          <a:p>
            <a:pPr indent="-260350" lvl="0" marL="971550" rtl="0" algn="l">
              <a:lnSpc>
                <a:spcPct val="150000"/>
              </a:lnSpc>
              <a:spcBef>
                <a:spcPts val="0"/>
              </a:spcBef>
              <a:spcAft>
                <a:spcPts val="0"/>
              </a:spcAft>
              <a:buSzPts val="1400"/>
              <a:buAutoNum type="arabicPeriod"/>
            </a:pPr>
            <a:r>
              <a:rPr b="1" lang="en" sz="1400"/>
              <a:t>Card Emulated mode    2.	   Reader/writer mode    3.	    Peer-to-peer mode </a:t>
            </a:r>
            <a:endParaRPr b="1"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1"/>
          <p:cNvSpPr txBox="1"/>
          <p:nvPr>
            <p:ph type="title"/>
          </p:nvPr>
        </p:nvSpPr>
        <p:spPr>
          <a:xfrm>
            <a:off x="720000" y="395100"/>
            <a:ext cx="77040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500"/>
              <a:t>Z-Wave</a:t>
            </a:r>
            <a:endParaRPr b="1" sz="3500"/>
          </a:p>
        </p:txBody>
      </p:sp>
      <p:sp>
        <p:nvSpPr>
          <p:cNvPr id="416" name="Google Shape;416;p51"/>
          <p:cNvSpPr txBox="1"/>
          <p:nvPr>
            <p:ph idx="1" type="body"/>
          </p:nvPr>
        </p:nvSpPr>
        <p:spPr>
          <a:xfrm>
            <a:off x="720000" y="877800"/>
            <a:ext cx="7704000" cy="34560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Char char="●"/>
            </a:pPr>
            <a:r>
              <a:rPr lang="en" sz="1400"/>
              <a:t>Z-Wave is a low power MAC protocol developed by Zensys that uses wireless home automation to connect 30-50 nodes and has been used for IoT communications. Especially for smart home and small commercial domain.</a:t>
            </a:r>
            <a:endParaRPr sz="1400"/>
          </a:p>
          <a:p>
            <a:pPr indent="-317500" lvl="0" marL="457200" rtl="0" algn="l">
              <a:lnSpc>
                <a:spcPct val="150000"/>
              </a:lnSpc>
              <a:spcBef>
                <a:spcPts val="0"/>
              </a:spcBef>
              <a:spcAft>
                <a:spcPts val="0"/>
              </a:spcAft>
              <a:buSzPts val="1400"/>
              <a:buChar char="●"/>
            </a:pPr>
            <a:r>
              <a:rPr lang="en" sz="1400"/>
              <a:t>This is developed for small data packets at relatively low speeds upto 100 kbps and 30 meter point to point communication.</a:t>
            </a:r>
            <a:endParaRPr sz="1400"/>
          </a:p>
          <a:p>
            <a:pPr indent="-317500" lvl="0" marL="457200" rtl="0" algn="l">
              <a:lnSpc>
                <a:spcPct val="150000"/>
              </a:lnSpc>
              <a:spcBef>
                <a:spcPts val="0"/>
              </a:spcBef>
              <a:spcAft>
                <a:spcPts val="0"/>
              </a:spcAft>
              <a:buSzPts val="1400"/>
              <a:buChar char="●"/>
            </a:pPr>
            <a:r>
              <a:rPr lang="en" sz="1400"/>
              <a:t>It is suitable for small messages in IoT applications, like light control, energy control, healthcare control.</a:t>
            </a:r>
            <a:endParaRPr sz="1400"/>
          </a:p>
          <a:p>
            <a:pPr indent="-317500" lvl="0" marL="457200" rtl="0" algn="l">
              <a:lnSpc>
                <a:spcPct val="150000"/>
              </a:lnSpc>
              <a:spcBef>
                <a:spcPts val="0"/>
              </a:spcBef>
              <a:spcAft>
                <a:spcPts val="0"/>
              </a:spcAft>
              <a:buSzPts val="1400"/>
              <a:buChar char="●"/>
            </a:pPr>
            <a:r>
              <a:rPr lang="en" sz="1400"/>
              <a:t>Z-Wave depends on controlling nodes and slave nodes.</a:t>
            </a:r>
            <a:endParaRPr sz="1400"/>
          </a:p>
          <a:p>
            <a:pPr indent="-317500" lvl="0" marL="457200" rtl="0" algn="l">
              <a:lnSpc>
                <a:spcPct val="150000"/>
              </a:lnSpc>
              <a:spcBef>
                <a:spcPts val="0"/>
              </a:spcBef>
              <a:spcAft>
                <a:spcPts val="0"/>
              </a:spcAft>
              <a:buSzPts val="1400"/>
              <a:buChar char="●"/>
            </a:pPr>
            <a:r>
              <a:rPr lang="en" sz="1400"/>
              <a:t>Slave nodes properties are low cost devices unable to initiate messages. Can reply and execute commands sent by controlling devices.</a:t>
            </a:r>
            <a:endParaRPr sz="1400"/>
          </a:p>
          <a:p>
            <a:pPr indent="-317500" lvl="0" marL="457200" rtl="0" algn="l">
              <a:lnSpc>
                <a:spcPct val="150000"/>
              </a:lnSpc>
              <a:spcBef>
                <a:spcPts val="0"/>
              </a:spcBef>
              <a:spcAft>
                <a:spcPts val="0"/>
              </a:spcAft>
              <a:buSzPts val="1400"/>
              <a:buChar char="●"/>
            </a:pPr>
            <a:r>
              <a:rPr lang="en" sz="1400"/>
              <a:t>Z-wave supports mesh network topology.</a:t>
            </a:r>
            <a:endParaRPr sz="1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idx="4294967295" type="title"/>
          </p:nvPr>
        </p:nvSpPr>
        <p:spPr>
          <a:xfrm>
            <a:off x="720000" y="0"/>
            <a:ext cx="7704000" cy="48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900"/>
              <a:t>COMPARISON BETWEEN COMMUNICATION PROTOCOLS</a:t>
            </a:r>
            <a:endParaRPr b="1" sz="1900"/>
          </a:p>
        </p:txBody>
      </p:sp>
      <p:graphicFrame>
        <p:nvGraphicFramePr>
          <p:cNvPr id="422" name="Google Shape;422;p52"/>
          <p:cNvGraphicFramePr/>
          <p:nvPr/>
        </p:nvGraphicFramePr>
        <p:xfrm>
          <a:off x="60363" y="482695"/>
          <a:ext cx="3000000" cy="3000000"/>
        </p:xfrm>
        <a:graphic>
          <a:graphicData uri="http://schemas.openxmlformats.org/drawingml/2006/table">
            <a:tbl>
              <a:tblPr>
                <a:noFill/>
                <a:tableStyleId>{8F98960E-85BC-4A2D-8891-5391D4B54BD6}</a:tableStyleId>
              </a:tblPr>
              <a:tblGrid>
                <a:gridCol w="1594675"/>
                <a:gridCol w="1228375"/>
                <a:gridCol w="962275"/>
                <a:gridCol w="768700"/>
                <a:gridCol w="872500"/>
                <a:gridCol w="960125"/>
                <a:gridCol w="745825"/>
                <a:gridCol w="1174725"/>
                <a:gridCol w="725550"/>
              </a:tblGrid>
              <a:tr h="204125">
                <a:tc>
                  <a:txBody>
                    <a:bodyPr/>
                    <a:lstStyle/>
                    <a:p>
                      <a:pPr indent="0" lvl="0" marL="0" rtl="0" algn="l">
                        <a:spcBef>
                          <a:spcPts val="0"/>
                        </a:spcBef>
                        <a:spcAft>
                          <a:spcPts val="0"/>
                        </a:spcAft>
                        <a:buNone/>
                      </a:pPr>
                      <a:r>
                        <a:rPr b="1" lang="en" sz="1100">
                          <a:latin typeface="Tenor Sans"/>
                          <a:ea typeface="Tenor Sans"/>
                          <a:cs typeface="Tenor Sans"/>
                          <a:sym typeface="Tenor Sans"/>
                        </a:rPr>
                        <a:t>CHARACTERISTICS</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6LoWPAN</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ZigBee</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BLE</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RFID</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NFC</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SigFox</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Cellular</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Z-Wave</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33850">
                <a:tc>
                  <a:txBody>
                    <a:bodyPr/>
                    <a:lstStyle/>
                    <a:p>
                      <a:pPr indent="0" lvl="0" marL="0" rtl="0" algn="l">
                        <a:spcBef>
                          <a:spcPts val="0"/>
                        </a:spcBef>
                        <a:spcAft>
                          <a:spcPts val="0"/>
                        </a:spcAft>
                        <a:buNone/>
                      </a:pPr>
                      <a:r>
                        <a:rPr b="1" lang="en" sz="1100">
                          <a:latin typeface="Tenor Sans"/>
                          <a:ea typeface="Tenor Sans"/>
                          <a:cs typeface="Tenor Sans"/>
                          <a:sym typeface="Tenor Sans"/>
                        </a:rPr>
                        <a:t>STANDARD</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IEE 802.15.4</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IEE 802.15.4</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IEE 802.15.4</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RFID</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ISO/IEC 14443 A&amp;B, JIS X-6319-4</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SigFox</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3GPP &amp; GSMA, 2G, 3G, LTE(4G)</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Z-Wave</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70250">
                <a:tc>
                  <a:txBody>
                    <a:bodyPr/>
                    <a:lstStyle/>
                    <a:p>
                      <a:pPr indent="0" lvl="0" marL="0" rtl="0" algn="l">
                        <a:spcBef>
                          <a:spcPts val="0"/>
                        </a:spcBef>
                        <a:spcAft>
                          <a:spcPts val="0"/>
                        </a:spcAft>
                        <a:buNone/>
                      </a:pPr>
                      <a:r>
                        <a:rPr b="1" lang="en" sz="1100">
                          <a:latin typeface="Tenor Sans"/>
                          <a:ea typeface="Tenor Sans"/>
                          <a:cs typeface="Tenor Sans"/>
                          <a:sym typeface="Tenor Sans"/>
                        </a:rPr>
                        <a:t>FREQUENCY BANDS</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868Mhz(EU)</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915Mhz(USA)</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2.4Ghz(Global)</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2.4GHz</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2.4GHz</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125kHz</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13.56Mhz</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125kHz</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13.56MHz</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860MHz</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868MHz</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(EU)</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902MHz</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(USA)</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Common Cellular Band</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868-908MHz</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00000">
                <a:tc>
                  <a:txBody>
                    <a:bodyPr/>
                    <a:lstStyle/>
                    <a:p>
                      <a:pPr indent="0" lvl="0" marL="0" rtl="0" algn="l">
                        <a:spcBef>
                          <a:spcPts val="0"/>
                        </a:spcBef>
                        <a:spcAft>
                          <a:spcPts val="0"/>
                        </a:spcAft>
                        <a:buNone/>
                      </a:pPr>
                      <a:r>
                        <a:rPr b="1" lang="en" sz="1100">
                          <a:latin typeface="Tenor Sans"/>
                          <a:ea typeface="Tenor Sans"/>
                          <a:cs typeface="Tenor Sans"/>
                          <a:sym typeface="Tenor Sans"/>
                        </a:rPr>
                        <a:t>NETWORK</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WPAN</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WPAN</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WPAN</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Proximity</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P2P Network</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LPWAN</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WNAN</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WPAN</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78725">
                <a:tc>
                  <a:txBody>
                    <a:bodyPr/>
                    <a:lstStyle/>
                    <a:p>
                      <a:pPr indent="0" lvl="0" marL="0" rtl="0" algn="l">
                        <a:spcBef>
                          <a:spcPts val="0"/>
                        </a:spcBef>
                        <a:spcAft>
                          <a:spcPts val="0"/>
                        </a:spcAft>
                        <a:buNone/>
                      </a:pPr>
                      <a:r>
                        <a:rPr b="1" lang="en" sz="1100">
                          <a:latin typeface="Tenor Sans"/>
                          <a:ea typeface="Tenor Sans"/>
                          <a:cs typeface="Tenor Sans"/>
                          <a:sym typeface="Tenor Sans"/>
                        </a:rPr>
                        <a:t>TOPOLOGY</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Star, Mesh</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Star, Mesh, Cluster</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Star, Bus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P2P</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P2P</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Star</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NA</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Mesh</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0550">
                <a:tc>
                  <a:txBody>
                    <a:bodyPr/>
                    <a:lstStyle/>
                    <a:p>
                      <a:pPr indent="0" lvl="0" marL="0" rtl="0" algn="l">
                        <a:spcBef>
                          <a:spcPts val="0"/>
                        </a:spcBef>
                        <a:spcAft>
                          <a:spcPts val="0"/>
                        </a:spcAft>
                        <a:buNone/>
                      </a:pPr>
                      <a:r>
                        <a:rPr b="1" lang="en" sz="1100">
                          <a:latin typeface="Tenor Sans"/>
                          <a:ea typeface="Tenor Sans"/>
                          <a:cs typeface="Tenor Sans"/>
                          <a:sym typeface="Tenor Sans"/>
                        </a:rPr>
                        <a:t>POWER</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Low Power Consumption</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30mA Low Power</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30mA Low </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Power</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Ultra-low</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power</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50mA low power</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10-100mW</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High power</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consumption</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2,5mA</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Low </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Power</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74750">
                <a:tc>
                  <a:txBody>
                    <a:bodyPr/>
                    <a:lstStyle/>
                    <a:p>
                      <a:pPr indent="0" lvl="0" marL="0" rtl="0" algn="l">
                        <a:spcBef>
                          <a:spcPts val="0"/>
                        </a:spcBef>
                        <a:spcAft>
                          <a:spcPts val="0"/>
                        </a:spcAft>
                        <a:buNone/>
                      </a:pPr>
                      <a:r>
                        <a:rPr b="1" lang="en" sz="1100">
                          <a:latin typeface="Tenor Sans"/>
                          <a:ea typeface="Tenor Sans"/>
                          <a:cs typeface="Tenor Sans"/>
                          <a:sym typeface="Tenor Sans"/>
                        </a:rPr>
                        <a:t>DATA RATE</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250 kbps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250 kbps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1Mbps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4Mbps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106/212/</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412 kbps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100 bps</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600 bps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NA</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40 kbps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3"/>
          <p:cNvSpPr txBox="1"/>
          <p:nvPr>
            <p:ph idx="12" type="sldNum"/>
          </p:nvPr>
        </p:nvSpPr>
        <p:spPr>
          <a:xfrm>
            <a:off x="8404384" y="46736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428" name="Google Shape;428;p53"/>
          <p:cNvGraphicFramePr/>
          <p:nvPr/>
        </p:nvGraphicFramePr>
        <p:xfrm>
          <a:off x="55613" y="255383"/>
          <a:ext cx="3000000" cy="3000000"/>
        </p:xfrm>
        <a:graphic>
          <a:graphicData uri="http://schemas.openxmlformats.org/drawingml/2006/table">
            <a:tbl>
              <a:tblPr>
                <a:noFill/>
                <a:tableStyleId>{8F98960E-85BC-4A2D-8891-5391D4B54BD6}</a:tableStyleId>
              </a:tblPr>
              <a:tblGrid>
                <a:gridCol w="1594675"/>
                <a:gridCol w="1152075"/>
                <a:gridCol w="1038575"/>
                <a:gridCol w="870450"/>
                <a:gridCol w="872525"/>
                <a:gridCol w="820225"/>
                <a:gridCol w="987475"/>
                <a:gridCol w="704125"/>
                <a:gridCol w="992625"/>
              </a:tblGrid>
              <a:tr h="242300">
                <a:tc>
                  <a:txBody>
                    <a:bodyPr/>
                    <a:lstStyle/>
                    <a:p>
                      <a:pPr indent="0" lvl="0" marL="0" rtl="0" algn="l">
                        <a:spcBef>
                          <a:spcPts val="0"/>
                        </a:spcBef>
                        <a:spcAft>
                          <a:spcPts val="0"/>
                        </a:spcAft>
                        <a:buNone/>
                      </a:pPr>
                      <a:r>
                        <a:rPr b="1" lang="en" sz="1100">
                          <a:latin typeface="Tenor Sans"/>
                          <a:ea typeface="Tenor Sans"/>
                          <a:cs typeface="Tenor Sans"/>
                          <a:sym typeface="Tenor Sans"/>
                        </a:rPr>
                        <a:t>CHARACTERISTICS</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6LoWPAN</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ZigBee</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BLE</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RFID</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NFC</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SigFox</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Cellular</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enor Sans"/>
                          <a:ea typeface="Tenor Sans"/>
                          <a:cs typeface="Tenor Sans"/>
                          <a:sym typeface="Tenor Sans"/>
                        </a:rPr>
                        <a:t>Z-Wave</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75350">
                <a:tc>
                  <a:txBody>
                    <a:bodyPr/>
                    <a:lstStyle/>
                    <a:p>
                      <a:pPr indent="0" lvl="0" marL="0" rtl="0" algn="l">
                        <a:spcBef>
                          <a:spcPts val="0"/>
                        </a:spcBef>
                        <a:spcAft>
                          <a:spcPts val="0"/>
                        </a:spcAft>
                        <a:buNone/>
                      </a:pPr>
                      <a:r>
                        <a:rPr b="1" lang="en" sz="1100">
                          <a:latin typeface="Tenor Sans"/>
                          <a:ea typeface="Tenor Sans"/>
                          <a:cs typeface="Tenor Sans"/>
                          <a:sym typeface="Tenor Sans"/>
                        </a:rPr>
                        <a:t>RANGE</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Short Range</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10-100m</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Short Range 10-100m</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Short Range 15-30m</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Short Range Upto 200m</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Short Range </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0-10 cm</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0-1 m</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Long Range</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10km/ 50km</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Several km</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30m (indoors)</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100m (outdoors)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58575">
                <a:tc>
                  <a:txBody>
                    <a:bodyPr/>
                    <a:lstStyle/>
                    <a:p>
                      <a:pPr indent="0" lvl="0" marL="0" rtl="0" algn="l">
                        <a:spcBef>
                          <a:spcPts val="0"/>
                        </a:spcBef>
                        <a:spcAft>
                          <a:spcPts val="0"/>
                        </a:spcAft>
                        <a:buNone/>
                      </a:pPr>
                      <a:r>
                        <a:rPr b="1" lang="en" sz="1100">
                          <a:latin typeface="Tenor Sans"/>
                          <a:ea typeface="Tenor Sans"/>
                          <a:cs typeface="Tenor Sans"/>
                          <a:sym typeface="Tenor Sans"/>
                        </a:rPr>
                        <a:t>SECURITY</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AES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AES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E0 Stream AES-128</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RC4</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RSA, AES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Partially addressed</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RC4</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AES-128</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41350">
                <a:tc>
                  <a:txBody>
                    <a:bodyPr/>
                    <a:lstStyle/>
                    <a:p>
                      <a:pPr indent="0" lvl="0" marL="0" rtl="0" algn="l">
                        <a:spcBef>
                          <a:spcPts val="0"/>
                        </a:spcBef>
                        <a:spcAft>
                          <a:spcPts val="0"/>
                        </a:spcAft>
                        <a:buNone/>
                      </a:pPr>
                      <a:r>
                        <a:rPr b="1" lang="en" sz="1100">
                          <a:latin typeface="Tenor Sans"/>
                          <a:ea typeface="Tenor Sans"/>
                          <a:cs typeface="Tenor Sans"/>
                          <a:sym typeface="Tenor Sans"/>
                        </a:rPr>
                        <a:t>SPREADING</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DSSS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DSSS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FHSS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DSSS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GSMA</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DSSS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DSSS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No</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05125">
                <a:tc>
                  <a:txBody>
                    <a:bodyPr/>
                    <a:lstStyle/>
                    <a:p>
                      <a:pPr indent="0" lvl="0" marL="0" rtl="0" algn="l">
                        <a:spcBef>
                          <a:spcPts val="0"/>
                        </a:spcBef>
                        <a:spcAft>
                          <a:spcPts val="0"/>
                        </a:spcAft>
                        <a:buNone/>
                      </a:pPr>
                      <a:r>
                        <a:rPr b="1" lang="en" sz="1100">
                          <a:latin typeface="Tenor Sans"/>
                          <a:ea typeface="Tenor Sans"/>
                          <a:cs typeface="Tenor Sans"/>
                          <a:sym typeface="Tenor Sans"/>
                        </a:rPr>
                        <a:t>MODULATION</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BPSK or QPSK</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BPSK or QPSK</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TDMA</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FSK, PSK</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ASK</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UNB DBPSK</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BPSK OFDM</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BFSK</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34800">
                <a:tc>
                  <a:txBody>
                    <a:bodyPr/>
                    <a:lstStyle/>
                    <a:p>
                      <a:pPr indent="0" lvl="0" marL="0" rtl="0" algn="l">
                        <a:spcBef>
                          <a:spcPts val="0"/>
                        </a:spcBef>
                        <a:spcAft>
                          <a:spcPts val="0"/>
                        </a:spcAft>
                        <a:buNone/>
                      </a:pPr>
                      <a:r>
                        <a:rPr b="1" lang="en" sz="1100">
                          <a:latin typeface="Tenor Sans"/>
                          <a:ea typeface="Tenor Sans"/>
                          <a:cs typeface="Tenor Sans"/>
                          <a:sym typeface="Tenor Sans"/>
                        </a:rPr>
                        <a:t>FEATURES</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Commonly used internal access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Mesh Network</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Low Power version</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Low Cost</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Security</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Long Battery life, Low Cost</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Longer Range</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Simple Protocol</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34800">
                <a:tc>
                  <a:txBody>
                    <a:bodyPr/>
                    <a:lstStyle/>
                    <a:p>
                      <a:pPr indent="0" lvl="0" marL="0" rtl="0" algn="l">
                        <a:spcBef>
                          <a:spcPts val="0"/>
                        </a:spcBef>
                        <a:spcAft>
                          <a:spcPts val="0"/>
                        </a:spcAft>
                        <a:buNone/>
                      </a:pPr>
                      <a:r>
                        <a:rPr b="1" lang="en" sz="1100">
                          <a:latin typeface="Tenor Sans"/>
                          <a:ea typeface="Tenor Sans"/>
                          <a:cs typeface="Tenor Sans"/>
                          <a:sym typeface="Tenor Sans"/>
                        </a:rPr>
                        <a:t>COMMON</a:t>
                      </a:r>
                      <a:endParaRPr b="1" sz="1100">
                        <a:latin typeface="Tenor Sans"/>
                        <a:ea typeface="Tenor Sans"/>
                        <a:cs typeface="Tenor Sans"/>
                        <a:sym typeface="Tenor Sans"/>
                      </a:endParaRPr>
                    </a:p>
                    <a:p>
                      <a:pPr indent="0" lvl="0" marL="0" rtl="0" algn="l">
                        <a:spcBef>
                          <a:spcPts val="0"/>
                        </a:spcBef>
                        <a:spcAft>
                          <a:spcPts val="0"/>
                        </a:spcAft>
                        <a:buNone/>
                      </a:pPr>
                      <a:r>
                        <a:rPr b="1" lang="en" sz="1100">
                          <a:latin typeface="Tenor Sans"/>
                          <a:ea typeface="Tenor Sans"/>
                          <a:cs typeface="Tenor Sans"/>
                          <a:sym typeface="Tenor Sans"/>
                        </a:rPr>
                        <a:t>APPLICATIONS</a:t>
                      </a:r>
                      <a:endParaRPr b="1" sz="1100">
                        <a:latin typeface="Tenor Sans"/>
                        <a:ea typeface="Tenor Sans"/>
                        <a:cs typeface="Tenor Sans"/>
                        <a:sym typeface="Tenor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Monitor and Control via Internet</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Home industry monitoring and controlling</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Wireless headsets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Tracking</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Inventory</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Access  </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Payment</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Access </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Street lighting energy meters</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M2M</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Open Sans"/>
                          <a:ea typeface="Open Sans"/>
                          <a:cs typeface="Open Sans"/>
                          <a:sym typeface="Open Sans"/>
                        </a:rPr>
                        <a:t>Home Monitoring</a:t>
                      </a:r>
                      <a:endParaRPr b="1" sz="1100">
                        <a:latin typeface="Open Sans"/>
                        <a:ea typeface="Open Sans"/>
                        <a:cs typeface="Open Sans"/>
                        <a:sym typeface="Open Sans"/>
                      </a:endParaRPr>
                    </a:p>
                    <a:p>
                      <a:pPr indent="0" lvl="0" marL="0" rtl="0" algn="l">
                        <a:spcBef>
                          <a:spcPts val="0"/>
                        </a:spcBef>
                        <a:spcAft>
                          <a:spcPts val="0"/>
                        </a:spcAft>
                        <a:buNone/>
                      </a:pPr>
                      <a:r>
                        <a:rPr b="1" lang="en" sz="1100">
                          <a:latin typeface="Open Sans"/>
                          <a:ea typeface="Open Sans"/>
                          <a:cs typeface="Open Sans"/>
                          <a:sym typeface="Open Sans"/>
                        </a:rPr>
                        <a:t>And Control</a:t>
                      </a:r>
                      <a:endParaRPr b="1" sz="1100">
                        <a:latin typeface="Open Sans"/>
                        <a:ea typeface="Open Sans"/>
                        <a:cs typeface="Open Sans"/>
                        <a:sym typeface="Open Sans"/>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4"/>
          <p:cNvSpPr txBox="1"/>
          <p:nvPr>
            <p:ph idx="1" type="subTitle"/>
          </p:nvPr>
        </p:nvSpPr>
        <p:spPr>
          <a:xfrm>
            <a:off x="1798500" y="1774050"/>
            <a:ext cx="5547000" cy="159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6000">
                <a:latin typeface="Tenor Sans"/>
                <a:ea typeface="Tenor Sans"/>
                <a:cs typeface="Tenor Sans"/>
                <a:sym typeface="Tenor Sans"/>
              </a:rPr>
              <a:t>THANK YOU!</a:t>
            </a:r>
            <a:endParaRPr b="1" sz="6000">
              <a:latin typeface="Tenor Sans"/>
              <a:ea typeface="Tenor Sans"/>
              <a:cs typeface="Tenor Sans"/>
              <a:sym typeface="Tenor Sans"/>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ist Grayscale Clinical Case by Slidesgo">
  <a:themeElements>
    <a:clrScheme name="Simple Light">
      <a:dk1>
        <a:srgbClr val="191919"/>
      </a:dk1>
      <a:lt1>
        <a:srgbClr val="FFFFFF"/>
      </a:lt1>
      <a:dk2>
        <a:srgbClr val="FFFFFF"/>
      </a:dk2>
      <a:lt2>
        <a:srgbClr val="FFFFFF"/>
      </a:lt2>
      <a:accent1>
        <a:srgbClr val="434343"/>
      </a:accent1>
      <a:accent2>
        <a:srgbClr val="666666"/>
      </a:accent2>
      <a:accent3>
        <a:srgbClr val="999999"/>
      </a:accent3>
      <a:accent4>
        <a:srgbClr val="CCCCCC"/>
      </a:accent4>
      <a:accent5>
        <a:srgbClr val="FAFAFA"/>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