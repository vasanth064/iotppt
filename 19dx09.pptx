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y="6858000" cx="12192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5" Type="http://schemas.openxmlformats.org/officeDocument/2006/relationships/slide" Target="slides/slide14.xml"/><Relationship Id="rId14" Type="http://schemas.openxmlformats.org/officeDocument/2006/relationships/slide" Target="slides/slide11.xml"/><Relationship Id="rId17" Type="http://schemas.openxmlformats.org/officeDocument/2006/relationships/slide" Target="slides/slide16.xml"/><Relationship Id="rId16" Type="http://schemas.openxmlformats.org/officeDocument/2006/relationships/slide" Target="slides/slide15.xml"/><Relationship Id="rId5" Type="http://schemas.openxmlformats.org/officeDocument/2006/relationships/slide" Target="slides/slide2.xml"/><Relationship Id="rId19" Type="http://schemas.openxmlformats.org/officeDocument/2006/relationships/slide" Target="slides/slide18.xml"/><Relationship Id="rId6" Type="http://schemas.openxmlformats.org/officeDocument/2006/relationships/slide" Target="slides/slide3.xml"/><Relationship Id="rId18" Type="http://schemas.openxmlformats.org/officeDocument/2006/relationships/slide" Target="slides/slide17.xml"/><Relationship Id="rId7" Type="http://schemas.openxmlformats.org/officeDocument/2006/relationships/slide" Target="slides/slide4.xml"/><Relationship Id="rId8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5/19/2022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5/19/2022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5/19/2022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5/19/2022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5/19/2022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5/19/2022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5/19/2022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5/19/2022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5/19/2022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5/19/2022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5/19/2022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5/19/2022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olytechnichub.com/application-of-led/" TargetMode="Externa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6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6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6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4184B-20C6-532F-8E33-5832B74E1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1536192"/>
            <a:ext cx="10826496" cy="2980944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                       </a:t>
            </a:r>
            <a:r>
              <a:rPr lang="en-US" sz="3600" b="1" dirty="0"/>
              <a:t>ASSIGNMENT PRESENTATION</a:t>
            </a:r>
            <a:br>
              <a:rPr lang="en-US" sz="2800" b="1" dirty="0"/>
            </a:br>
            <a:br>
              <a:rPr lang="en-US" sz="2800" b="1" dirty="0"/>
            </a:br>
            <a:r>
              <a:rPr lang="en-US" sz="2700" b="1" dirty="0"/>
              <a:t>COURSE NAME</a:t>
            </a:r>
            <a:r>
              <a:rPr lang="en-US" sz="2800" b="1" dirty="0"/>
              <a:t>: </a:t>
            </a:r>
            <a:r>
              <a:rPr lang="en-US" sz="3200" dirty="0"/>
              <a:t>Building </a:t>
            </a:r>
            <a:r>
              <a:rPr lang="en-US" sz="3200" dirty="0">
                <a:solidFill>
                  <a:srgbClr val="FF0000"/>
                </a:solidFill>
              </a:rPr>
              <a:t>I</a:t>
            </a:r>
            <a:r>
              <a:rPr lang="en-US" sz="3200" dirty="0"/>
              <a:t>nternet </a:t>
            </a:r>
            <a:r>
              <a:rPr lang="en-US" sz="3200" dirty="0">
                <a:solidFill>
                  <a:srgbClr val="FF0000"/>
                </a:solidFill>
              </a:rPr>
              <a:t>O</a:t>
            </a:r>
            <a:r>
              <a:rPr lang="en-US" sz="3200" dirty="0"/>
              <a:t>f </a:t>
            </a:r>
            <a:r>
              <a:rPr lang="en-US" sz="3200" dirty="0">
                <a:solidFill>
                  <a:srgbClr val="FF0000"/>
                </a:solidFill>
              </a:rPr>
              <a:t>T</a:t>
            </a:r>
            <a:r>
              <a:rPr lang="en-US" sz="3200" dirty="0"/>
              <a:t>hings</a:t>
            </a:r>
            <a:br>
              <a:rPr lang="en-US" sz="3600" dirty="0"/>
            </a:br>
            <a:r>
              <a:rPr lang="en-US" sz="2700" b="1" dirty="0"/>
              <a:t>COURSE CODE</a:t>
            </a:r>
            <a:r>
              <a:rPr lang="en-US" sz="2800" b="1" dirty="0"/>
              <a:t>: </a:t>
            </a:r>
            <a:r>
              <a:rPr lang="en-US" sz="3600" dirty="0"/>
              <a:t>Z18602</a:t>
            </a:r>
            <a:br>
              <a:rPr lang="en-US" sz="3600" dirty="0"/>
            </a:br>
            <a:r>
              <a:rPr lang="en-US" sz="2700" b="1" dirty="0"/>
              <a:t>TOPIC: </a:t>
            </a:r>
            <a:r>
              <a:rPr lang="en-US" sz="3600" dirty="0">
                <a:solidFill>
                  <a:srgbClr val="FF0000"/>
                </a:solidFill>
              </a:rPr>
              <a:t>S</a:t>
            </a:r>
            <a:r>
              <a:rPr lang="en-US" sz="3600" dirty="0"/>
              <a:t>erial </a:t>
            </a:r>
            <a:r>
              <a:rPr lang="en-US" sz="3600" dirty="0">
                <a:solidFill>
                  <a:srgbClr val="FF0000"/>
                </a:solidFill>
              </a:rPr>
              <a:t>P</a:t>
            </a:r>
            <a:r>
              <a:rPr lang="en-US" sz="3600" dirty="0"/>
              <a:t>eripheral </a:t>
            </a:r>
            <a:r>
              <a:rPr lang="en-US" sz="3600" dirty="0">
                <a:solidFill>
                  <a:srgbClr val="FF0000"/>
                </a:solidFill>
              </a:rPr>
              <a:t>I</a:t>
            </a:r>
            <a:r>
              <a:rPr lang="en-US" sz="3600" dirty="0"/>
              <a:t>nterface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80BC22-2FBF-C4C5-0973-B05C09A03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9264" y="4663440"/>
            <a:ext cx="10058400" cy="1143000"/>
          </a:xfrm>
        </p:spPr>
        <p:txBody>
          <a:bodyPr/>
          <a:lstStyle/>
          <a:p>
            <a:pPr algn="r"/>
            <a:r>
              <a:rPr lang="en-IN" b="1" dirty="0"/>
              <a:t>BY</a:t>
            </a:r>
          </a:p>
          <a:p>
            <a:pPr algn="r"/>
            <a:r>
              <a:rPr lang="en-IN" dirty="0"/>
              <a:t>DINESH PANDY D(19DX09)</a:t>
            </a:r>
          </a:p>
        </p:txBody>
      </p:sp>
    </p:spTree>
    <p:extLst>
      <p:ext uri="{BB962C8B-B14F-4D97-AF65-F5344CB8AC3E}">
        <p14:creationId xmlns:p14="http://schemas.microsoft.com/office/powerpoint/2010/main" val="4287796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1957B-68F8-37FE-82A1-47B8BA224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84" y="227055"/>
            <a:ext cx="10058400" cy="1450757"/>
          </a:xfrm>
        </p:spPr>
        <p:txBody>
          <a:bodyPr/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D1351-1BA6-129D-02F9-88BC725DE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7008" y="1984247"/>
            <a:ext cx="9948672" cy="388484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sz="240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Communications is the </a:t>
            </a:r>
            <a:r>
              <a:rPr lang="en-IN" sz="2400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exchange</a:t>
            </a:r>
            <a:r>
              <a:rPr lang="en-IN" sz="240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 of information between two or more things, such as people, devices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In digital communication, data is exchanged between two or more computing devices.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034DAA-8E01-AEE1-405D-263E134DD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9112" y="3663694"/>
            <a:ext cx="4173776" cy="2589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627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AE549-C940-FC9E-5004-0F1FC9481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26368"/>
            <a:ext cx="10058400" cy="1450757"/>
          </a:xfrm>
        </p:spPr>
        <p:txBody>
          <a:bodyPr/>
          <a:lstStyle/>
          <a:p>
            <a:pPr algn="ctr"/>
            <a:r>
              <a:rPr lang="en-IN" sz="4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IN" sz="4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ommunication Protocol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728BF-3A2D-19F5-27B7-53F0ACD92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892809"/>
            <a:ext cx="10058400" cy="391227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protocol </a:t>
            </a:r>
            <a:r>
              <a:rPr lang="en-IN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defines the rules, syntax, semantics and synchronization of communication and possible error recovery methods.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IN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ommunication protocol</a:t>
            </a:r>
            <a:r>
              <a:rPr lang="en-IN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is a system of rules that allows two or more entities of a communications system to transmit information via any kind of variation of a physical quantity.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4811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F9C3C-6F7E-A86F-DE8D-D0F03844F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Types of communication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A6923-3A93-C1A8-58EF-5A7132F71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1288" y="2057400"/>
            <a:ext cx="10122408" cy="3867911"/>
          </a:xfrm>
        </p:spPr>
        <p:txBody>
          <a:bodyPr>
            <a:norm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UART</a:t>
            </a:r>
            <a:r>
              <a:rPr lang="en-IN" sz="36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IN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niversal </a:t>
            </a:r>
            <a:r>
              <a:rPr lang="en-IN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synchronous </a:t>
            </a:r>
            <a:r>
              <a:rPr lang="en-IN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eceiver/</a:t>
            </a:r>
            <a:r>
              <a:rPr lang="en-IN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ransmitter</a:t>
            </a:r>
          </a:p>
          <a:p>
            <a:pPr marL="742950" indent="-742950">
              <a:buFont typeface="+mj-lt"/>
              <a:buAutoNum type="arabicPeriod"/>
            </a:pP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SPI</a:t>
            </a:r>
            <a:r>
              <a:rPr lang="en-IN" sz="36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IN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erial </a:t>
            </a:r>
            <a:r>
              <a:rPr lang="en-IN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eripheral </a:t>
            </a:r>
            <a:r>
              <a:rPr lang="en-IN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nterface</a:t>
            </a:r>
            <a:endParaRPr lang="en-I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I2C</a:t>
            </a:r>
            <a:r>
              <a:rPr lang="en-IN" sz="36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IN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nter </a:t>
            </a:r>
            <a:r>
              <a:rPr lang="en-IN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ntegrated </a:t>
            </a:r>
            <a:r>
              <a:rPr lang="en-IN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ircuit</a:t>
            </a:r>
          </a:p>
          <a:p>
            <a:pPr marL="742950" indent="-742950">
              <a:buFont typeface="+mj-lt"/>
              <a:buAutoNum type="arabicPeriod"/>
            </a:pP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lang="en-IN" sz="36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IN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ontroller </a:t>
            </a:r>
            <a:r>
              <a:rPr lang="en-IN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rea </a:t>
            </a:r>
            <a:r>
              <a:rPr lang="en-IN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etwork</a:t>
            </a:r>
            <a:endParaRPr lang="en-I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431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EC55D-2AFB-98EC-C544-61A3139F6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Serial Peripheral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1D13A-FDD2-A6CF-D390-C619BCB9A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011680"/>
            <a:ext cx="10058400" cy="382083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Serial Peripheral Interface is a full-duplex serial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synchronous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communicating protocol.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Serial peripheral interface (SPI) is an interface bus commonly used to send data between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microcontrollers and small peripherals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such as shift registers, sensors, and SD cards.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SPI is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MASTER-SLAVE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type protocol that provides simple low cost interface between microcontroller and its interfaces.</a:t>
            </a:r>
          </a:p>
        </p:txBody>
      </p:sp>
    </p:spTree>
    <p:extLst>
      <p:ext uri="{BB962C8B-B14F-4D97-AF65-F5344CB8AC3E}">
        <p14:creationId xmlns:p14="http://schemas.microsoft.com/office/powerpoint/2010/main" val="3887297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C46DD-1B8E-E795-DEF3-B61382A27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Master-Slave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32FED8-015D-08CE-108F-A5F926895F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5743" b="8641"/>
          <a:stretch/>
        </p:blipFill>
        <p:spPr>
          <a:xfrm>
            <a:off x="2178367" y="2043303"/>
            <a:ext cx="7896225" cy="210312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A36DDA-0EB5-309F-B74D-F4B368E49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2603" y="4046982"/>
            <a:ext cx="5895975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704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F9337-7219-E7AF-411B-A07154575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498C7-FA78-3F25-41A3-8894A5AD0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Full-duplex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Higher speed than I2C and UART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Ubiquitous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Data can be transferred without interruption.</a:t>
            </a:r>
          </a:p>
        </p:txBody>
      </p:sp>
    </p:spTree>
    <p:extLst>
      <p:ext uri="{BB962C8B-B14F-4D97-AF65-F5344CB8AC3E}">
        <p14:creationId xmlns:p14="http://schemas.microsoft.com/office/powerpoint/2010/main" val="103802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8C6CF-63DB-68AD-D0C1-C0E618CA6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6741D-277F-9A6E-C3D5-BC64D71FF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5547" y="2070494"/>
            <a:ext cx="10727702" cy="376089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It requires more signal lines (wires) than other communications methods.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Only a single host is supported.</a:t>
            </a:r>
          </a:p>
          <a:p>
            <a:pPr marL="0" indent="0">
              <a:buNone/>
            </a:pP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704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D8C5D-2293-7FFF-2F78-7F598C276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3B9D0-9C32-B669-B8FC-E52F71435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IN" sz="28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 is used in real time clocks.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sz="28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 is used in LCD and </a:t>
            </a:r>
            <a:r>
              <a:rPr lang="en-IN" sz="2800" b="0" i="0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LED</a:t>
            </a:r>
            <a:r>
              <a:rPr lang="en-IN" sz="28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sz="28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 is also used in video games.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4538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28E80-CE2F-799F-4D24-174B719E5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325381"/>
          </a:xfrm>
        </p:spPr>
        <p:txBody>
          <a:bodyPr/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Data Transmission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431B60-B486-4995-D1D0-6C315BCC9B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3825" y="2393156"/>
            <a:ext cx="6924675" cy="3190875"/>
          </a:xfrm>
        </p:spPr>
      </p:pic>
    </p:spTree>
    <p:extLst>
      <p:ext uri="{BB962C8B-B14F-4D97-AF65-F5344CB8AC3E}">
        <p14:creationId xmlns:p14="http://schemas.microsoft.com/office/powerpoint/2010/main" val="3519863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1C118-3E63-C31A-0208-C5428204F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Modes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B23446-69BF-B187-DEAE-098ED2394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7042" y="2061972"/>
            <a:ext cx="623887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701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01CC2-0886-536B-A71C-8AD993984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Polarity and phase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0307DA-4B3E-6DFE-5907-01D7CDF7F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188" y="2012627"/>
            <a:ext cx="6623565" cy="4167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087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45FFB5-CA47-D7A9-DC36-9936FDADD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234" y="197854"/>
            <a:ext cx="10290940" cy="61331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28C4BF-2573-ED81-3DAC-9BF1ABA7B558}"/>
              </a:ext>
            </a:extLst>
          </p:cNvPr>
          <p:cNvSpPr txBox="1"/>
          <p:nvPr/>
        </p:nvSpPr>
        <p:spPr>
          <a:xfrm>
            <a:off x="1682496" y="4526280"/>
            <a:ext cx="1719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GPS – UART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5112D2-4BD6-152D-0C95-07E3CB5554BB}"/>
              </a:ext>
            </a:extLst>
          </p:cNvPr>
          <p:cNvSpPr txBox="1"/>
          <p:nvPr/>
        </p:nvSpPr>
        <p:spPr>
          <a:xfrm rot="10800000" flipH="1" flipV="1">
            <a:off x="8551491" y="953869"/>
            <a:ext cx="1607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LoRa and E-ink – SPI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3D8E7B1-BFB1-1029-1CE4-CFA934D34A5C}"/>
              </a:ext>
            </a:extLst>
          </p:cNvPr>
          <p:cNvCxnSpPr>
            <a:endCxn id="7" idx="1"/>
          </p:cNvCxnSpPr>
          <p:nvPr/>
        </p:nvCxnSpPr>
        <p:spPr>
          <a:xfrm>
            <a:off x="7324344" y="850052"/>
            <a:ext cx="1227147" cy="4269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B0A3CBD-9724-3466-BBBE-F3A6B3F0D512}"/>
              </a:ext>
            </a:extLst>
          </p:cNvPr>
          <p:cNvCxnSpPr/>
          <p:nvPr/>
        </p:nvCxnSpPr>
        <p:spPr>
          <a:xfrm flipV="1">
            <a:off x="2139696" y="4926390"/>
            <a:ext cx="91440" cy="395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7F5C42E-127C-10EB-6422-AB22DB7BE8BF}"/>
              </a:ext>
            </a:extLst>
          </p:cNvPr>
          <p:cNvCxnSpPr/>
          <p:nvPr/>
        </p:nvCxnSpPr>
        <p:spPr>
          <a:xfrm flipH="1" flipV="1">
            <a:off x="9637776" y="1600200"/>
            <a:ext cx="1097280" cy="3523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C2D6024-6CAC-2C47-23C0-1A7F8161B27C}"/>
              </a:ext>
            </a:extLst>
          </p:cNvPr>
          <p:cNvSpPr txBox="1"/>
          <p:nvPr/>
        </p:nvSpPr>
        <p:spPr>
          <a:xfrm>
            <a:off x="2356701" y="1277035"/>
            <a:ext cx="2092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SAMD21 MO MINI</a:t>
            </a:r>
          </a:p>
          <a:p>
            <a:r>
              <a:rPr lang="en-IN" b="1" dirty="0"/>
              <a:t>Mini Arduino board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B47B1FD-0DC9-04C3-2802-3B50976EBF3B}"/>
              </a:ext>
            </a:extLst>
          </p:cNvPr>
          <p:cNvCxnSpPr/>
          <p:nvPr/>
        </p:nvCxnSpPr>
        <p:spPr>
          <a:xfrm flipH="1" flipV="1">
            <a:off x="3770722" y="1923366"/>
            <a:ext cx="678729" cy="480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767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E40D3-7170-1937-8F8B-7FDA48682E6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133600" y="287338"/>
            <a:ext cx="10058400" cy="1449387"/>
          </a:xfrm>
        </p:spPr>
        <p:txBody>
          <a:bodyPr>
            <a:normAutofit fontScale="90000"/>
          </a:bodyPr>
          <a:lstStyle/>
          <a:p>
            <a:r>
              <a:rPr lang="en-IN" dirty="0"/>
              <a:t>              PROGRAM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233662-7D69-9C28-3317-F4EE173DEE22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2532888" y="417001"/>
            <a:ext cx="7296912" cy="6461644"/>
          </a:xfrm>
        </p:spPr>
      </p:pic>
    </p:spTree>
    <p:extLst>
      <p:ext uri="{BB962C8B-B14F-4D97-AF65-F5344CB8AC3E}">
        <p14:creationId xmlns:p14="http://schemas.microsoft.com/office/powerpoint/2010/main" val="61161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D0766-E9CF-6D2E-FCB7-AAA2CAE72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40C2A7-7CCF-52F3-1DC2-C012E1B1C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230" y="2209708"/>
            <a:ext cx="7732812" cy="290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221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305FBC-4965-0497-1E59-95377A502644}"/>
              </a:ext>
            </a:extLst>
          </p:cNvPr>
          <p:cNvSpPr txBox="1"/>
          <p:nvPr/>
        </p:nvSpPr>
        <p:spPr>
          <a:xfrm>
            <a:off x="2999232" y="2163788"/>
            <a:ext cx="70500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33299105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769520F8-BFE5-4C8C-A7AA-375C025A91CE}" vid="{AEAFD717-D3C8-4034-8F7E-D5220B0CCEB8}"/>
    </a:ext>
  </a:extLst>
</a:theme>
</file>